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2" r:id="rId2"/>
    <p:sldId id="263" r:id="rId3"/>
    <p:sldId id="272" r:id="rId4"/>
    <p:sldId id="280" r:id="rId5"/>
    <p:sldId id="281" r:id="rId6"/>
    <p:sldId id="282" r:id="rId7"/>
    <p:sldId id="283" r:id="rId8"/>
    <p:sldId id="285" r:id="rId9"/>
    <p:sldId id="28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notation Workflow" id="{FF59B385-D68B-44AA-9E2B-4A900E8DD3E3}">
          <p14:sldIdLst>
            <p14:sldId id="262"/>
            <p14:sldId id="263"/>
            <p14:sldId id="272"/>
            <p14:sldId id="280"/>
            <p14:sldId id="281"/>
            <p14:sldId id="282"/>
            <p14:sldId id="283"/>
            <p14:sldId id="285"/>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8D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725" autoAdjust="0"/>
    <p:restoredTop sz="56039" autoAdjust="0"/>
  </p:normalViewPr>
  <p:slideViewPr>
    <p:cSldViewPr snapToGrid="0">
      <p:cViewPr varScale="1">
        <p:scale>
          <a:sx n="61" d="100"/>
          <a:sy n="61" d="100"/>
        </p:scale>
        <p:origin x="2048"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ng Yao" userId="091c40ea-68b6-499e-bae2-99a7feffaccc" providerId="ADAL" clId="{9849F2B6-243E-4743-8232-BD9BFC396A3E}"/>
    <pc:docChg chg="undo redo custSel addSld delSld modSld addSection modSection">
      <pc:chgData name="Jing Yao" userId="091c40ea-68b6-499e-bae2-99a7feffaccc" providerId="ADAL" clId="{9849F2B6-243E-4743-8232-BD9BFC396A3E}" dt="2026-04-22T13:55:01.252" v="6750"/>
      <pc:docMkLst>
        <pc:docMk/>
      </pc:docMkLst>
      <pc:sldChg chg="addSp modSp mod modAnim modNotesTx">
        <pc:chgData name="Jing Yao" userId="091c40ea-68b6-499e-bae2-99a7feffaccc" providerId="ADAL" clId="{9849F2B6-243E-4743-8232-BD9BFC396A3E}" dt="2026-04-19T12:23:55.816" v="425" actId="20577"/>
        <pc:sldMkLst>
          <pc:docMk/>
          <pc:sldMk cId="2002474622" sldId="256"/>
        </pc:sldMkLst>
        <pc:spChg chg="add mod">
          <ac:chgData name="Jing Yao" userId="091c40ea-68b6-499e-bae2-99a7feffaccc" providerId="ADAL" clId="{9849F2B6-243E-4743-8232-BD9BFC396A3E}" dt="2026-04-12T16:51:13.444" v="0"/>
          <ac:spMkLst>
            <pc:docMk/>
            <pc:sldMk cId="2002474622" sldId="256"/>
            <ac:spMk id="4" creationId="{D7E7AB70-A343-74D6-8295-751572BECA54}"/>
          </ac:spMkLst>
        </pc:spChg>
        <pc:picChg chg="mod">
          <ac:chgData name="Jing Yao" userId="091c40ea-68b6-499e-bae2-99a7feffaccc" providerId="ADAL" clId="{9849F2B6-243E-4743-8232-BD9BFC396A3E}" dt="2026-04-12T16:51:13.444" v="0"/>
          <ac:picMkLst>
            <pc:docMk/>
            <pc:sldMk cId="2002474622" sldId="256"/>
            <ac:picMk id="9" creationId="{08B91D97-C93D-7777-C1AF-309ACFC55195}"/>
          </ac:picMkLst>
        </pc:picChg>
        <pc:cxnChg chg="mod">
          <ac:chgData name="Jing Yao" userId="091c40ea-68b6-499e-bae2-99a7feffaccc" providerId="ADAL" clId="{9849F2B6-243E-4743-8232-BD9BFC396A3E}" dt="2026-04-12T16:51:13.444" v="0"/>
          <ac:cxnSpMkLst>
            <pc:docMk/>
            <pc:sldMk cId="2002474622" sldId="256"/>
            <ac:cxnSpMk id="7" creationId="{1CFE8E73-810E-7A73-1B0C-101BF5547570}"/>
          </ac:cxnSpMkLst>
        </pc:cxnChg>
      </pc:sldChg>
      <pc:sldChg chg="addSp delSp modSp add mod delAnim modNotesTx">
        <pc:chgData name="Jing Yao" userId="091c40ea-68b6-499e-bae2-99a7feffaccc" providerId="ADAL" clId="{9849F2B6-243E-4743-8232-BD9BFC396A3E}" dt="2026-04-19T12:27:08.523" v="569" actId="20577"/>
        <pc:sldMkLst>
          <pc:docMk/>
          <pc:sldMk cId="2864023916" sldId="257"/>
        </pc:sldMkLst>
        <pc:spChg chg="mod">
          <ac:chgData name="Jing Yao" userId="091c40ea-68b6-499e-bae2-99a7feffaccc" providerId="ADAL" clId="{9849F2B6-243E-4743-8232-BD9BFC396A3E}" dt="2026-04-19T12:24:09.083" v="434" actId="1036"/>
          <ac:spMkLst>
            <pc:docMk/>
            <pc:sldMk cId="2864023916" sldId="257"/>
            <ac:spMk id="2" creationId="{4B5C0CC2-F2A6-A70D-5C1E-0AFBCB1BE2A1}"/>
          </ac:spMkLst>
        </pc:spChg>
      </pc:sldChg>
      <pc:sldChg chg="addSp modSp add modTransition modAnim modNotesTx">
        <pc:chgData name="Jing Yao" userId="091c40ea-68b6-499e-bae2-99a7feffaccc" providerId="ADAL" clId="{9849F2B6-243E-4743-8232-BD9BFC396A3E}" dt="2026-04-22T13:55:01.252" v="6750"/>
        <pc:sldMkLst>
          <pc:docMk/>
          <pc:sldMk cId="1049761198" sldId="262"/>
        </pc:sldMkLst>
        <pc:picChg chg="add mod">
          <ac:chgData name="Jing Yao" userId="091c40ea-68b6-499e-bae2-99a7feffaccc" providerId="ADAL" clId="{9849F2B6-243E-4743-8232-BD9BFC396A3E}" dt="2026-04-22T13:55:01.252" v="6750"/>
          <ac:picMkLst>
            <pc:docMk/>
            <pc:sldMk cId="1049761198" sldId="262"/>
            <ac:picMk id="4" creationId="{D7012F10-BC4E-D8BB-7EE7-DFAEBFB238DF}"/>
          </ac:picMkLst>
        </pc:picChg>
      </pc:sldChg>
      <pc:sldChg chg="addSp delSp modSp add mod modTransition delAnim modAnim modNotesTx">
        <pc:chgData name="Jing Yao" userId="091c40ea-68b6-499e-bae2-99a7feffaccc" providerId="ADAL" clId="{9849F2B6-243E-4743-8232-BD9BFC396A3E}" dt="2026-04-22T13:19:48.715" v="6749" actId="1076"/>
        <pc:sldMkLst>
          <pc:docMk/>
          <pc:sldMk cId="2111392572" sldId="263"/>
        </pc:sldMkLst>
        <pc:spChg chg="add mod">
          <ac:chgData name="Jing Yao" userId="091c40ea-68b6-499e-bae2-99a7feffaccc" providerId="ADAL" clId="{9849F2B6-243E-4743-8232-BD9BFC396A3E}" dt="2026-04-20T09:16:33.435" v="6432" actId="20577"/>
          <ac:spMkLst>
            <pc:docMk/>
            <pc:sldMk cId="2111392572" sldId="263"/>
            <ac:spMk id="3" creationId="{9BB9305F-75B6-67FF-68CB-E43269084F66}"/>
          </ac:spMkLst>
        </pc:spChg>
        <pc:picChg chg="add mod">
          <ac:chgData name="Jing Yao" userId="091c40ea-68b6-499e-bae2-99a7feffaccc" providerId="ADAL" clId="{9849F2B6-243E-4743-8232-BD9BFC396A3E}" dt="2026-04-22T13:19:48.715" v="6749" actId="1076"/>
          <ac:picMkLst>
            <pc:docMk/>
            <pc:sldMk cId="2111392572" sldId="263"/>
            <ac:picMk id="2" creationId="{C14D6569-C997-FBDD-6338-DA149E0C0676}"/>
          </ac:picMkLst>
        </pc:picChg>
        <pc:picChg chg="add del mod">
          <ac:chgData name="Jing Yao" userId="091c40ea-68b6-499e-bae2-99a7feffaccc" providerId="ADAL" clId="{9849F2B6-243E-4743-8232-BD9BFC396A3E}" dt="2026-04-22T00:32:08.769" v="6733" actId="478"/>
          <ac:picMkLst>
            <pc:docMk/>
            <pc:sldMk cId="2111392572" sldId="263"/>
            <ac:picMk id="5" creationId="{0EB354A8-DB4D-52F0-B302-B993D10199F7}"/>
          </ac:picMkLst>
        </pc:picChg>
      </pc:sldChg>
      <pc:sldChg chg="addSp modSp add mod modNotesTx">
        <pc:chgData name="Jing Yao" userId="091c40ea-68b6-499e-bae2-99a7feffaccc" providerId="ADAL" clId="{9849F2B6-243E-4743-8232-BD9BFC396A3E}" dt="2026-04-20T05:35:35.063" v="2873" actId="113"/>
        <pc:sldMkLst>
          <pc:docMk/>
          <pc:sldMk cId="1922361473" sldId="264"/>
        </pc:sldMkLst>
        <pc:spChg chg="add mod">
          <ac:chgData name="Jing Yao" userId="091c40ea-68b6-499e-bae2-99a7feffaccc" providerId="ADAL" clId="{9849F2B6-243E-4743-8232-BD9BFC396A3E}" dt="2026-04-20T05:35:35.063" v="2873" actId="113"/>
          <ac:spMkLst>
            <pc:docMk/>
            <pc:sldMk cId="1922361473" sldId="264"/>
            <ac:spMk id="3" creationId="{23AB5D5C-F5BE-2DA1-54D8-58EA6BA04D0F}"/>
          </ac:spMkLst>
        </pc:spChg>
      </pc:sldChg>
      <pc:sldChg chg="modSp mod addAnim delAnim modAnim modNotesTx">
        <pc:chgData name="Jing Yao" userId="091c40ea-68b6-499e-bae2-99a7feffaccc" providerId="ADAL" clId="{9849F2B6-243E-4743-8232-BD9BFC396A3E}" dt="2026-04-19T17:06:54.323" v="785"/>
        <pc:sldMkLst>
          <pc:docMk/>
          <pc:sldMk cId="705044513" sldId="266"/>
        </pc:sldMkLst>
        <pc:spChg chg="mod">
          <ac:chgData name="Jing Yao" userId="091c40ea-68b6-499e-bae2-99a7feffaccc" providerId="ADAL" clId="{9849F2B6-243E-4743-8232-BD9BFC396A3E}" dt="2026-04-19T12:27:31.907" v="578" actId="1037"/>
          <ac:spMkLst>
            <pc:docMk/>
            <pc:sldMk cId="705044513" sldId="266"/>
            <ac:spMk id="2" creationId="{2B0A9B53-E989-19B5-C4F6-7AB033865E30}"/>
          </ac:spMkLst>
        </pc:spChg>
        <pc:spChg chg="mod">
          <ac:chgData name="Jing Yao" userId="091c40ea-68b6-499e-bae2-99a7feffaccc" providerId="ADAL" clId="{9849F2B6-243E-4743-8232-BD9BFC396A3E}" dt="2026-04-19T16:59:45.867" v="618" actId="14100"/>
          <ac:spMkLst>
            <pc:docMk/>
            <pc:sldMk cId="705044513" sldId="266"/>
            <ac:spMk id="3" creationId="{49BF38DB-0A9A-389D-FF35-1C5332A12669}"/>
          </ac:spMkLst>
        </pc:spChg>
      </pc:sldChg>
      <pc:sldChg chg="addSp delSp modSp mod modAnim modNotesTx">
        <pc:chgData name="Jing Yao" userId="091c40ea-68b6-499e-bae2-99a7feffaccc" providerId="ADAL" clId="{9849F2B6-243E-4743-8232-BD9BFC396A3E}" dt="2026-04-19T17:07:46.495" v="789"/>
        <pc:sldMkLst>
          <pc:docMk/>
          <pc:sldMk cId="2516280086" sldId="268"/>
        </pc:sldMkLst>
        <pc:spChg chg="add del mod">
          <ac:chgData name="Jing Yao" userId="091c40ea-68b6-499e-bae2-99a7feffaccc" providerId="ADAL" clId="{9849F2B6-243E-4743-8232-BD9BFC396A3E}" dt="2026-04-19T17:04:24.630" v="729" actId="14100"/>
          <ac:spMkLst>
            <pc:docMk/>
            <pc:sldMk cId="2516280086" sldId="268"/>
            <ac:spMk id="3" creationId="{4F17329D-42EC-E5EA-D1B0-4700872C11C1}"/>
          </ac:spMkLst>
        </pc:spChg>
      </pc:sldChg>
      <pc:sldChg chg="addSp modSp mod modAnim modNotesTx">
        <pc:chgData name="Jing Yao" userId="091c40ea-68b6-499e-bae2-99a7feffaccc" providerId="ADAL" clId="{9849F2B6-243E-4743-8232-BD9BFC396A3E}" dt="2026-04-19T17:14:05.269" v="946" actId="14100"/>
        <pc:sldMkLst>
          <pc:docMk/>
          <pc:sldMk cId="701045525" sldId="269"/>
        </pc:sldMkLst>
        <pc:spChg chg="mod">
          <ac:chgData name="Jing Yao" userId="091c40ea-68b6-499e-bae2-99a7feffaccc" providerId="ADAL" clId="{9849F2B6-243E-4743-8232-BD9BFC396A3E}" dt="2026-04-19T17:14:05.269" v="946" actId="14100"/>
          <ac:spMkLst>
            <pc:docMk/>
            <pc:sldMk cId="701045525" sldId="269"/>
            <ac:spMk id="3" creationId="{47A3BC58-B59B-422B-6BF5-0A334D256AEA}"/>
          </ac:spMkLst>
        </pc:spChg>
      </pc:sldChg>
      <pc:sldChg chg="addSp modSp mod modAnim modNotesTx">
        <pc:chgData name="Jing Yao" userId="091c40ea-68b6-499e-bae2-99a7feffaccc" providerId="ADAL" clId="{9849F2B6-243E-4743-8232-BD9BFC396A3E}" dt="2026-04-19T17:19:51.605" v="1135"/>
        <pc:sldMkLst>
          <pc:docMk/>
          <pc:sldMk cId="3012707327" sldId="270"/>
        </pc:sldMkLst>
        <pc:spChg chg="mod">
          <ac:chgData name="Jing Yao" userId="091c40ea-68b6-499e-bae2-99a7feffaccc" providerId="ADAL" clId="{9849F2B6-243E-4743-8232-BD9BFC396A3E}" dt="2026-04-19T17:19:37.218" v="1133" actId="14100"/>
          <ac:spMkLst>
            <pc:docMk/>
            <pc:sldMk cId="3012707327" sldId="270"/>
            <ac:spMk id="3" creationId="{6650A418-6848-4229-2B90-AC201AC19EBB}"/>
          </ac:spMkLst>
        </pc:spChg>
      </pc:sldChg>
      <pc:sldChg chg="addSp delSp modSp mod">
        <pc:chgData name="Jing Yao" userId="091c40ea-68b6-499e-bae2-99a7feffaccc" providerId="ADAL" clId="{9849F2B6-243E-4743-8232-BD9BFC396A3E}" dt="2026-04-20T09:35:31.185" v="6690" actId="113"/>
        <pc:sldMkLst>
          <pc:docMk/>
          <pc:sldMk cId="3719144217" sldId="271"/>
        </pc:sldMkLst>
        <pc:spChg chg="add mod">
          <ac:chgData name="Jing Yao" userId="091c40ea-68b6-499e-bae2-99a7feffaccc" providerId="ADAL" clId="{9849F2B6-243E-4743-8232-BD9BFC396A3E}" dt="2026-04-20T09:35:31.185" v="6690" actId="113"/>
          <ac:spMkLst>
            <pc:docMk/>
            <pc:sldMk cId="3719144217" sldId="271"/>
            <ac:spMk id="2" creationId="{95AA2238-0FBC-A276-F37D-4A5280B2696B}"/>
          </ac:spMkLst>
        </pc:spChg>
      </pc:sldChg>
      <pc:sldChg chg="addSp delSp modSp add mod modTransition delAnim modAnim modNotesTx">
        <pc:chgData name="Jing Yao" userId="091c40ea-68b6-499e-bae2-99a7feffaccc" providerId="ADAL" clId="{9849F2B6-243E-4743-8232-BD9BFC396A3E}" dt="2026-04-22T00:35:17.668" v="6738"/>
        <pc:sldMkLst>
          <pc:docMk/>
          <pc:sldMk cId="1116761022" sldId="272"/>
        </pc:sldMkLst>
        <pc:spChg chg="add mod">
          <ac:chgData name="Jing Yao" userId="091c40ea-68b6-499e-bae2-99a7feffaccc" providerId="ADAL" clId="{9849F2B6-243E-4743-8232-BD9BFC396A3E}" dt="2026-04-20T09:36:10.909" v="6723" actId="14100"/>
          <ac:spMkLst>
            <pc:docMk/>
            <pc:sldMk cId="1116761022" sldId="272"/>
            <ac:spMk id="3" creationId="{F38856E2-6A75-9979-EA4C-730E46581AF3}"/>
          </ac:spMkLst>
        </pc:spChg>
        <pc:spChg chg="add mod">
          <ac:chgData name="Jing Yao" userId="091c40ea-68b6-499e-bae2-99a7feffaccc" providerId="ADAL" clId="{9849F2B6-243E-4743-8232-BD9BFC396A3E}" dt="2026-04-20T09:18:44.569" v="6510" actId="948"/>
          <ac:spMkLst>
            <pc:docMk/>
            <pc:sldMk cId="1116761022" sldId="272"/>
            <ac:spMk id="5" creationId="{B23AFD02-8CA4-3ACF-0B5A-0A983A8C9D51}"/>
          </ac:spMkLst>
        </pc:spChg>
        <pc:picChg chg="add del mod">
          <ac:chgData name="Jing Yao" userId="091c40ea-68b6-499e-bae2-99a7feffaccc" providerId="ADAL" clId="{9849F2B6-243E-4743-8232-BD9BFC396A3E}" dt="2026-04-22T00:34:02.925" v="6735" actId="478"/>
          <ac:picMkLst>
            <pc:docMk/>
            <pc:sldMk cId="1116761022" sldId="272"/>
            <ac:picMk id="2" creationId="{28B73A46-009F-C4DE-11E9-16DFEC1297F1}"/>
          </ac:picMkLst>
        </pc:picChg>
        <pc:picChg chg="add del mod">
          <ac:chgData name="Jing Yao" userId="091c40ea-68b6-499e-bae2-99a7feffaccc" providerId="ADAL" clId="{9849F2B6-243E-4743-8232-BD9BFC396A3E}" dt="2026-04-22T00:34:24.254" v="6737" actId="478"/>
          <ac:picMkLst>
            <pc:docMk/>
            <pc:sldMk cId="1116761022" sldId="272"/>
            <ac:picMk id="4" creationId="{736E9BA0-8130-F798-7C4E-C1BF1CF885B6}"/>
          </ac:picMkLst>
        </pc:picChg>
        <pc:picChg chg="add mod">
          <ac:chgData name="Jing Yao" userId="091c40ea-68b6-499e-bae2-99a7feffaccc" providerId="ADAL" clId="{9849F2B6-243E-4743-8232-BD9BFC396A3E}" dt="2026-04-22T00:35:17.668" v="6738"/>
          <ac:picMkLst>
            <pc:docMk/>
            <pc:sldMk cId="1116761022" sldId="272"/>
            <ac:picMk id="6" creationId="{64CCA06C-5FB6-26C8-A26C-E96491F805D8}"/>
          </ac:picMkLst>
        </pc:picChg>
      </pc:sldChg>
      <pc:sldChg chg="addSp delSp modSp add mod addAnim delAnim modAnim modNotesTx">
        <pc:chgData name="Jing Yao" userId="091c40ea-68b6-499e-bae2-99a7feffaccc" providerId="ADAL" clId="{9849F2B6-243E-4743-8232-BD9BFC396A3E}" dt="2026-04-20T08:40:27.162" v="5298"/>
        <pc:sldMkLst>
          <pc:docMk/>
          <pc:sldMk cId="2786427981" sldId="273"/>
        </pc:sldMkLst>
        <pc:spChg chg="mod">
          <ac:chgData name="Jing Yao" userId="091c40ea-68b6-499e-bae2-99a7feffaccc" providerId="ADAL" clId="{9849F2B6-243E-4743-8232-BD9BFC396A3E}" dt="2026-04-20T05:46:57.356" v="3143" actId="108"/>
          <ac:spMkLst>
            <pc:docMk/>
            <pc:sldMk cId="2786427981" sldId="273"/>
            <ac:spMk id="3" creationId="{20FB3273-D903-9D38-D75E-F44A4FB22AF7}"/>
          </ac:spMkLst>
        </pc:spChg>
      </pc:sldChg>
      <pc:sldChg chg="modSp add mod addAnim delAnim modAnim modNotesTx">
        <pc:chgData name="Jing Yao" userId="091c40ea-68b6-499e-bae2-99a7feffaccc" providerId="ADAL" clId="{9849F2B6-243E-4743-8232-BD9BFC396A3E}" dt="2026-04-20T08:40:32.875" v="5299"/>
        <pc:sldMkLst>
          <pc:docMk/>
          <pc:sldMk cId="324624729" sldId="274"/>
        </pc:sldMkLst>
        <pc:spChg chg="mod">
          <ac:chgData name="Jing Yao" userId="091c40ea-68b6-499e-bae2-99a7feffaccc" providerId="ADAL" clId="{9849F2B6-243E-4743-8232-BD9BFC396A3E}" dt="2026-04-20T08:16:36.459" v="3368" actId="14100"/>
          <ac:spMkLst>
            <pc:docMk/>
            <pc:sldMk cId="324624729" sldId="274"/>
            <ac:spMk id="3" creationId="{9EF744DF-075D-0565-5629-A4DA9ADA668D}"/>
          </ac:spMkLst>
        </pc:spChg>
      </pc:sldChg>
      <pc:sldChg chg="modSp add addAnim delAnim modAnim modNotesTx">
        <pc:chgData name="Jing Yao" userId="091c40ea-68b6-499e-bae2-99a7feffaccc" providerId="ADAL" clId="{9849F2B6-243E-4743-8232-BD9BFC396A3E}" dt="2026-04-20T08:40:42.599" v="5301"/>
        <pc:sldMkLst>
          <pc:docMk/>
          <pc:sldMk cId="1276981638" sldId="275"/>
        </pc:sldMkLst>
        <pc:spChg chg="mod">
          <ac:chgData name="Jing Yao" userId="091c40ea-68b6-499e-bae2-99a7feffaccc" providerId="ADAL" clId="{9849F2B6-243E-4743-8232-BD9BFC396A3E}" dt="2026-04-20T08:19:29.851" v="3538" actId="5793"/>
          <ac:spMkLst>
            <pc:docMk/>
            <pc:sldMk cId="1276981638" sldId="275"/>
            <ac:spMk id="3" creationId="{23FBAFA1-0459-C240-BE37-D436E7A2FE60}"/>
          </ac:spMkLst>
        </pc:spChg>
      </pc:sldChg>
      <pc:sldChg chg="modSp add addAnim delAnim modAnim modNotesTx">
        <pc:chgData name="Jing Yao" userId="091c40ea-68b6-499e-bae2-99a7feffaccc" providerId="ADAL" clId="{9849F2B6-243E-4743-8232-BD9BFC396A3E}" dt="2026-04-20T08:40:49.575" v="5302"/>
        <pc:sldMkLst>
          <pc:docMk/>
          <pc:sldMk cId="4130140429" sldId="277"/>
        </pc:sldMkLst>
        <pc:spChg chg="mod">
          <ac:chgData name="Jing Yao" userId="091c40ea-68b6-499e-bae2-99a7feffaccc" providerId="ADAL" clId="{9849F2B6-243E-4743-8232-BD9BFC396A3E}" dt="2026-04-20T08:26:00.939" v="3998" actId="20577"/>
          <ac:spMkLst>
            <pc:docMk/>
            <pc:sldMk cId="4130140429" sldId="277"/>
            <ac:spMk id="3" creationId="{C368AA42-1C46-89CC-289B-79463FB33BCB}"/>
          </ac:spMkLst>
        </pc:spChg>
      </pc:sldChg>
      <pc:sldChg chg="modSp add addAnim delAnim modAnim modNotesTx">
        <pc:chgData name="Jing Yao" userId="091c40ea-68b6-499e-bae2-99a7feffaccc" providerId="ADAL" clId="{9849F2B6-243E-4743-8232-BD9BFC396A3E}" dt="2026-04-20T08:40:53.454" v="5303"/>
        <pc:sldMkLst>
          <pc:docMk/>
          <pc:sldMk cId="4186128387" sldId="278"/>
        </pc:sldMkLst>
        <pc:spChg chg="mod">
          <ac:chgData name="Jing Yao" userId="091c40ea-68b6-499e-bae2-99a7feffaccc" providerId="ADAL" clId="{9849F2B6-243E-4743-8232-BD9BFC396A3E}" dt="2026-04-20T08:27:17.765" v="4032" actId="108"/>
          <ac:spMkLst>
            <pc:docMk/>
            <pc:sldMk cId="4186128387" sldId="278"/>
            <ac:spMk id="3" creationId="{5F1CBA5B-18AE-FFA7-E46B-513665BAF3A9}"/>
          </ac:spMkLst>
        </pc:spChg>
      </pc:sldChg>
      <pc:sldChg chg="addSp modSp add mod modNotesTx">
        <pc:chgData name="Jing Yao" userId="091c40ea-68b6-499e-bae2-99a7feffaccc" providerId="ADAL" clId="{9849F2B6-243E-4743-8232-BD9BFC396A3E}" dt="2026-04-20T08:39:09.536" v="5293" actId="20577"/>
        <pc:sldMkLst>
          <pc:docMk/>
          <pc:sldMk cId="3636852301" sldId="279"/>
        </pc:sldMkLst>
        <pc:spChg chg="mod">
          <ac:chgData name="Jing Yao" userId="091c40ea-68b6-499e-bae2-99a7feffaccc" providerId="ADAL" clId="{9849F2B6-243E-4743-8232-BD9BFC396A3E}" dt="2026-04-20T08:36:28.203" v="4993"/>
          <ac:spMkLst>
            <pc:docMk/>
            <pc:sldMk cId="3636852301" sldId="279"/>
            <ac:spMk id="2" creationId="{B676F8FC-B0D2-A40C-B1E8-FEB9DFC80BCB}"/>
          </ac:spMkLst>
        </pc:spChg>
        <pc:spChg chg="add mod">
          <ac:chgData name="Jing Yao" userId="091c40ea-68b6-499e-bae2-99a7feffaccc" providerId="ADAL" clId="{9849F2B6-243E-4743-8232-BD9BFC396A3E}" dt="2026-04-20T08:36:34.813" v="5001" actId="20577"/>
          <ac:spMkLst>
            <pc:docMk/>
            <pc:sldMk cId="3636852301" sldId="279"/>
            <ac:spMk id="4" creationId="{98280A77-B8CD-B684-93FC-530EFAA683F5}"/>
          </ac:spMkLst>
        </pc:spChg>
      </pc:sldChg>
      <pc:sldChg chg="addSp delSp modSp add mod modTransition modAnim modNotesTx">
        <pc:chgData name="Jing Yao" userId="091c40ea-68b6-499e-bae2-99a7feffaccc" providerId="ADAL" clId="{9849F2B6-243E-4743-8232-BD9BFC396A3E}" dt="2026-04-22T00:43:23.861" v="6740" actId="1076"/>
        <pc:sldMkLst>
          <pc:docMk/>
          <pc:sldMk cId="52071992" sldId="280"/>
        </pc:sldMkLst>
        <pc:spChg chg="add mod">
          <ac:chgData name="Jing Yao" userId="091c40ea-68b6-499e-bae2-99a7feffaccc" providerId="ADAL" clId="{9849F2B6-243E-4743-8232-BD9BFC396A3E}" dt="2026-04-20T09:20:06.867" v="6565" actId="255"/>
          <ac:spMkLst>
            <pc:docMk/>
            <pc:sldMk cId="52071992" sldId="280"/>
            <ac:spMk id="5" creationId="{84301A4D-0C6A-1A35-6731-CC99D08ED0CF}"/>
          </ac:spMkLst>
        </pc:spChg>
        <pc:picChg chg="add mod">
          <ac:chgData name="Jing Yao" userId="091c40ea-68b6-499e-bae2-99a7feffaccc" providerId="ADAL" clId="{9849F2B6-243E-4743-8232-BD9BFC396A3E}" dt="2026-04-20T18:01:14.438" v="6730"/>
          <ac:picMkLst>
            <pc:docMk/>
            <pc:sldMk cId="52071992" sldId="280"/>
            <ac:picMk id="2" creationId="{BDF555FD-C003-9F7F-FAF1-58045B7054DF}"/>
          </ac:picMkLst>
        </pc:picChg>
        <pc:picChg chg="add mod">
          <ac:chgData name="Jing Yao" userId="091c40ea-68b6-499e-bae2-99a7feffaccc" providerId="ADAL" clId="{9849F2B6-243E-4743-8232-BD9BFC396A3E}" dt="2026-04-22T00:43:23.861" v="6740" actId="1076"/>
          <ac:picMkLst>
            <pc:docMk/>
            <pc:sldMk cId="52071992" sldId="280"/>
            <ac:picMk id="3" creationId="{3374B6C6-0CA3-765E-69C4-8B7AC0412C12}"/>
          </ac:picMkLst>
        </pc:picChg>
      </pc:sldChg>
      <pc:sldChg chg="addSp delSp modSp add mod modTransition delAnim modAnim modNotesTx">
        <pc:chgData name="Jing Yao" userId="091c40ea-68b6-499e-bae2-99a7feffaccc" providerId="ADAL" clId="{9849F2B6-243E-4743-8232-BD9BFC396A3E}" dt="2026-04-22T00:48:05.884" v="6744"/>
        <pc:sldMkLst>
          <pc:docMk/>
          <pc:sldMk cId="2335791967" sldId="281"/>
        </pc:sldMkLst>
        <pc:spChg chg="add mod">
          <ac:chgData name="Jing Yao" userId="091c40ea-68b6-499e-bae2-99a7feffaccc" providerId="ADAL" clId="{9849F2B6-243E-4743-8232-BD9BFC396A3E}" dt="2026-04-20T09:21:14.519" v="6582" actId="403"/>
          <ac:spMkLst>
            <pc:docMk/>
            <pc:sldMk cId="2335791967" sldId="281"/>
            <ac:spMk id="7" creationId="{CF31A9DA-E766-581D-2C83-7CA7FD2BE309}"/>
          </ac:spMkLst>
        </pc:spChg>
        <pc:picChg chg="add del mod">
          <ac:chgData name="Jing Yao" userId="091c40ea-68b6-499e-bae2-99a7feffaccc" providerId="ADAL" clId="{9849F2B6-243E-4743-8232-BD9BFC396A3E}" dt="2026-04-22T00:45:07.759" v="6741" actId="478"/>
          <ac:picMkLst>
            <pc:docMk/>
            <pc:sldMk cId="2335791967" sldId="281"/>
            <ac:picMk id="2" creationId="{DF30F053-CBBF-F4EA-013E-8AAAFD92E4B5}"/>
          </ac:picMkLst>
        </pc:picChg>
        <pc:picChg chg="add del mod">
          <ac:chgData name="Jing Yao" userId="091c40ea-68b6-499e-bae2-99a7feffaccc" providerId="ADAL" clId="{9849F2B6-243E-4743-8232-BD9BFC396A3E}" dt="2026-04-22T00:47:31.064" v="6743" actId="478"/>
          <ac:picMkLst>
            <pc:docMk/>
            <pc:sldMk cId="2335791967" sldId="281"/>
            <ac:picMk id="3" creationId="{340C0E8E-30C2-6160-5F4F-225F09C09088}"/>
          </ac:picMkLst>
        </pc:picChg>
        <pc:picChg chg="add mod">
          <ac:chgData name="Jing Yao" userId="091c40ea-68b6-499e-bae2-99a7feffaccc" providerId="ADAL" clId="{9849F2B6-243E-4743-8232-BD9BFC396A3E}" dt="2026-04-22T00:48:05.884" v="6744"/>
          <ac:picMkLst>
            <pc:docMk/>
            <pc:sldMk cId="2335791967" sldId="281"/>
            <ac:picMk id="4" creationId="{058E5A55-E9FB-0DB2-0071-A70BDFAA08DD}"/>
          </ac:picMkLst>
        </pc:picChg>
      </pc:sldChg>
      <pc:sldChg chg="addSp delSp modSp add mod modTransition modAnim modNotesTx">
        <pc:chgData name="Jing Yao" userId="091c40ea-68b6-499e-bae2-99a7feffaccc" providerId="ADAL" clId="{9849F2B6-243E-4743-8232-BD9BFC396A3E}" dt="2026-04-22T00:52:01.509" v="6745"/>
        <pc:sldMkLst>
          <pc:docMk/>
          <pc:sldMk cId="2988827604" sldId="282"/>
        </pc:sldMkLst>
        <pc:spChg chg="add mod">
          <ac:chgData name="Jing Yao" userId="091c40ea-68b6-499e-bae2-99a7feffaccc" providerId="ADAL" clId="{9849F2B6-243E-4743-8232-BD9BFC396A3E}" dt="2026-04-20T09:22:24.567" v="6595" actId="20577"/>
          <ac:spMkLst>
            <pc:docMk/>
            <pc:sldMk cId="2988827604" sldId="282"/>
            <ac:spMk id="5" creationId="{12583272-524E-435B-18B5-676BEC15CF1C}"/>
          </ac:spMkLst>
        </pc:spChg>
        <pc:picChg chg="add mod">
          <ac:chgData name="Jing Yao" userId="091c40ea-68b6-499e-bae2-99a7feffaccc" providerId="ADAL" clId="{9849F2B6-243E-4743-8232-BD9BFC396A3E}" dt="2026-04-20T18:12:19.119" v="6732"/>
          <ac:picMkLst>
            <pc:docMk/>
            <pc:sldMk cId="2988827604" sldId="282"/>
            <ac:picMk id="2" creationId="{C06327B4-BDE3-C452-8EC9-5292E5AAD02C}"/>
          </ac:picMkLst>
        </pc:picChg>
        <pc:picChg chg="add mod">
          <ac:chgData name="Jing Yao" userId="091c40ea-68b6-499e-bae2-99a7feffaccc" providerId="ADAL" clId="{9849F2B6-243E-4743-8232-BD9BFC396A3E}" dt="2026-04-22T00:52:01.509" v="6745"/>
          <ac:picMkLst>
            <pc:docMk/>
            <pc:sldMk cId="2988827604" sldId="282"/>
            <ac:picMk id="3" creationId="{A2F6BE37-5C96-C34A-8AA4-DE30DF676188}"/>
          </ac:picMkLst>
        </pc:picChg>
      </pc:sldChg>
      <pc:sldChg chg="addSp delSp modSp add mod modTransition modAnim modNotesTx">
        <pc:chgData name="Jing Yao" userId="091c40ea-68b6-499e-bae2-99a7feffaccc" providerId="ADAL" clId="{9849F2B6-243E-4743-8232-BD9BFC396A3E}" dt="2026-04-22T00:58:17.550" v="6746"/>
        <pc:sldMkLst>
          <pc:docMk/>
          <pc:sldMk cId="711621296" sldId="283"/>
        </pc:sldMkLst>
        <pc:spChg chg="add mod">
          <ac:chgData name="Jing Yao" userId="091c40ea-68b6-499e-bae2-99a7feffaccc" providerId="ADAL" clId="{9849F2B6-243E-4743-8232-BD9BFC396A3E}" dt="2026-04-20T09:25:03.229" v="6620" actId="403"/>
          <ac:spMkLst>
            <pc:docMk/>
            <pc:sldMk cId="711621296" sldId="283"/>
            <ac:spMk id="7" creationId="{AA2583C6-408D-53D7-A9B5-1195400B1B83}"/>
          </ac:spMkLst>
        </pc:spChg>
        <pc:picChg chg="add mod">
          <ac:chgData name="Jing Yao" userId="091c40ea-68b6-499e-bae2-99a7feffaccc" providerId="ADAL" clId="{9849F2B6-243E-4743-8232-BD9BFC396A3E}" dt="2026-04-22T00:58:17.550" v="6746"/>
          <ac:picMkLst>
            <pc:docMk/>
            <pc:sldMk cId="711621296" sldId="283"/>
            <ac:picMk id="2" creationId="{D65177AA-B268-EE68-5B40-3330DB7BF1A4}"/>
          </ac:picMkLst>
        </pc:picChg>
      </pc:sldChg>
      <pc:sldChg chg="addSp delSp modSp add mod modTransition modAnim modNotesTx">
        <pc:chgData name="Jing Yao" userId="091c40ea-68b6-499e-bae2-99a7feffaccc" providerId="ADAL" clId="{9849F2B6-243E-4743-8232-BD9BFC396A3E}" dt="2026-04-22T01:00:32.062" v="6747"/>
        <pc:sldMkLst>
          <pc:docMk/>
          <pc:sldMk cId="1545929248" sldId="284"/>
        </pc:sldMkLst>
        <pc:spChg chg="add mod">
          <ac:chgData name="Jing Yao" userId="091c40ea-68b6-499e-bae2-99a7feffaccc" providerId="ADAL" clId="{9849F2B6-243E-4743-8232-BD9BFC396A3E}" dt="2026-04-20T09:27:20.881" v="6648" actId="20577"/>
          <ac:spMkLst>
            <pc:docMk/>
            <pc:sldMk cId="1545929248" sldId="284"/>
            <ac:spMk id="5" creationId="{324C62CF-5630-A68B-DA6B-85E137E2F793}"/>
          </ac:spMkLst>
        </pc:spChg>
        <pc:picChg chg="add mod">
          <ac:chgData name="Jing Yao" userId="091c40ea-68b6-499e-bae2-99a7feffaccc" providerId="ADAL" clId="{9849F2B6-243E-4743-8232-BD9BFC396A3E}" dt="2026-04-22T01:00:32.062" v="6747"/>
          <ac:picMkLst>
            <pc:docMk/>
            <pc:sldMk cId="1545929248" sldId="284"/>
            <ac:picMk id="2" creationId="{2FC613E7-2D49-BCD9-4DF0-33CDA48A1C78}"/>
          </ac:picMkLst>
        </pc:picChg>
      </pc:sldChg>
      <pc:sldChg chg="addSp delSp modSp add mod">
        <pc:chgData name="Jing Yao" userId="091c40ea-68b6-499e-bae2-99a7feffaccc" providerId="ADAL" clId="{9849F2B6-243E-4743-8232-BD9BFC396A3E}" dt="2026-04-20T09:26:36.704" v="6636" actId="948"/>
        <pc:sldMkLst>
          <pc:docMk/>
          <pc:sldMk cId="3620651593" sldId="285"/>
        </pc:sldMkLst>
        <pc:spChg chg="add mod">
          <ac:chgData name="Jing Yao" userId="091c40ea-68b6-499e-bae2-99a7feffaccc" providerId="ADAL" clId="{9849F2B6-243E-4743-8232-BD9BFC396A3E}" dt="2026-04-20T09:26:36.704" v="6636" actId="948"/>
          <ac:spMkLst>
            <pc:docMk/>
            <pc:sldMk cId="3620651593" sldId="285"/>
            <ac:spMk id="4" creationId="{021809DB-E92B-1193-2248-45F302ED351E}"/>
          </ac:spMkLst>
        </pc:spChg>
      </pc:sldChg>
    </pc:docChg>
  </pc:docChgLst>
  <pc:docChgLst>
    <pc:chgData name="Jing Yao" userId="091c40ea-68b6-499e-bae2-99a7feffaccc" providerId="ADAL" clId="{5E772298-76B7-458D-A4DD-0CE458436BF0}"/>
    <pc:docChg chg="undo redo custSel addSld delSld modSld sldOrd addSection modSection">
      <pc:chgData name="Jing Yao" userId="091c40ea-68b6-499e-bae2-99a7feffaccc" providerId="ADAL" clId="{5E772298-76B7-458D-A4DD-0CE458436BF0}" dt="2026-04-15T14:24:10.204" v="5264" actId="478"/>
      <pc:docMkLst>
        <pc:docMk/>
      </pc:docMkLst>
      <pc:sldChg chg="addSp delSp modSp mod delAnim modAnim modNotesTx">
        <pc:chgData name="Jing Yao" userId="091c40ea-68b6-499e-bae2-99a7feffaccc" providerId="ADAL" clId="{5E772298-76B7-458D-A4DD-0CE458436BF0}" dt="2026-04-15T12:33:03.562" v="1536" actId="20577"/>
        <pc:sldMkLst>
          <pc:docMk/>
          <pc:sldMk cId="2002474622" sldId="256"/>
        </pc:sldMkLst>
        <pc:spChg chg="add mod">
          <ac:chgData name="Jing Yao" userId="091c40ea-68b6-499e-bae2-99a7feffaccc" providerId="ADAL" clId="{5E772298-76B7-458D-A4DD-0CE458436BF0}" dt="2026-04-15T12:30:22.808" v="1438" actId="1035"/>
          <ac:spMkLst>
            <pc:docMk/>
            <pc:sldMk cId="2002474622" sldId="256"/>
            <ac:spMk id="2" creationId="{39834E53-F8A4-D1DC-2CD4-8767391B3A8B}"/>
          </ac:spMkLst>
        </pc:spChg>
        <pc:spChg chg="mod">
          <ac:chgData name="Jing Yao" userId="091c40ea-68b6-499e-bae2-99a7feffaccc" providerId="ADAL" clId="{5E772298-76B7-458D-A4DD-0CE458436BF0}" dt="2026-04-15T12:30:26.877" v="1447" actId="1036"/>
          <ac:spMkLst>
            <pc:docMk/>
            <pc:sldMk cId="2002474622" sldId="256"/>
            <ac:spMk id="4" creationId="{D7E7AB70-A343-74D6-8295-751572BECA54}"/>
          </ac:spMkLst>
        </pc:spChg>
        <pc:picChg chg="mod topLvl">
          <ac:chgData name="Jing Yao" userId="091c40ea-68b6-499e-bae2-99a7feffaccc" providerId="ADAL" clId="{5E772298-76B7-458D-A4DD-0CE458436BF0}" dt="2026-04-15T12:30:22.808" v="1438" actId="1035"/>
          <ac:picMkLst>
            <pc:docMk/>
            <pc:sldMk cId="2002474622" sldId="256"/>
            <ac:picMk id="9" creationId="{08B91D97-C93D-7777-C1AF-309ACFC55195}"/>
          </ac:picMkLst>
        </pc:picChg>
        <pc:cxnChg chg="mod topLvl">
          <ac:chgData name="Jing Yao" userId="091c40ea-68b6-499e-bae2-99a7feffaccc" providerId="ADAL" clId="{5E772298-76B7-458D-A4DD-0CE458436BF0}" dt="2026-04-15T12:30:32.397" v="1457" actId="1036"/>
          <ac:cxnSpMkLst>
            <pc:docMk/>
            <pc:sldMk cId="2002474622" sldId="256"/>
            <ac:cxnSpMk id="7" creationId="{1CFE8E73-810E-7A73-1B0C-101BF5547570}"/>
          </ac:cxnSpMkLst>
        </pc:cxnChg>
      </pc:sldChg>
      <pc:sldChg chg="addSp modSp mod modNotesTx">
        <pc:chgData name="Jing Yao" userId="091c40ea-68b6-499e-bae2-99a7feffaccc" providerId="ADAL" clId="{5E772298-76B7-458D-A4DD-0CE458436BF0}" dt="2026-04-15T12:34:48.187" v="1748" actId="20577"/>
        <pc:sldMkLst>
          <pc:docMk/>
          <pc:sldMk cId="2864023916" sldId="257"/>
        </pc:sldMkLst>
        <pc:spChg chg="add mod">
          <ac:chgData name="Jing Yao" userId="091c40ea-68b6-499e-bae2-99a7feffaccc" providerId="ADAL" clId="{5E772298-76B7-458D-A4DD-0CE458436BF0}" dt="2026-04-15T12:33:44.754" v="1590" actId="404"/>
          <ac:spMkLst>
            <pc:docMk/>
            <pc:sldMk cId="2864023916" sldId="257"/>
            <ac:spMk id="2" creationId="{4B5C0CC2-F2A6-A70D-5C1E-0AFBCB1BE2A1}"/>
          </ac:spMkLst>
        </pc:spChg>
      </pc:sldChg>
      <pc:sldChg chg="addSp delSp modSp mod modNotesTx">
        <pc:chgData name="Jing Yao" userId="091c40ea-68b6-499e-bae2-99a7feffaccc" providerId="ADAL" clId="{5E772298-76B7-458D-A4DD-0CE458436BF0}" dt="2026-04-15T14:24:10.204" v="5264" actId="478"/>
        <pc:sldMkLst>
          <pc:docMk/>
          <pc:sldMk cId="1049761198" sldId="262"/>
        </pc:sldMkLst>
        <pc:spChg chg="add mod">
          <ac:chgData name="Jing Yao" userId="091c40ea-68b6-499e-bae2-99a7feffaccc" providerId="ADAL" clId="{5E772298-76B7-458D-A4DD-0CE458436BF0}" dt="2026-04-15T14:19:46.374" v="5064" actId="1035"/>
          <ac:spMkLst>
            <pc:docMk/>
            <pc:sldMk cId="1049761198" sldId="262"/>
            <ac:spMk id="2" creationId="{0D918F1A-170B-F583-8B2D-6DC7D374D95F}"/>
          </ac:spMkLst>
        </pc:spChg>
      </pc:sldChg>
      <pc:sldChg chg="addSp modSp mod">
        <pc:chgData name="Jing Yao" userId="091c40ea-68b6-499e-bae2-99a7feffaccc" providerId="ADAL" clId="{5E772298-76B7-458D-A4DD-0CE458436BF0}" dt="2026-04-15T14:08:53.556" v="5020" actId="20577"/>
        <pc:sldMkLst>
          <pc:docMk/>
          <pc:sldMk cId="1922361473" sldId="264"/>
        </pc:sldMkLst>
        <pc:spChg chg="add mod">
          <ac:chgData name="Jing Yao" userId="091c40ea-68b6-499e-bae2-99a7feffaccc" providerId="ADAL" clId="{5E772298-76B7-458D-A4DD-0CE458436BF0}" dt="2026-04-15T14:08:53.556" v="5020" actId="20577"/>
          <ac:spMkLst>
            <pc:docMk/>
            <pc:sldMk cId="1922361473" sldId="264"/>
            <ac:spMk id="2" creationId="{3DDD1EC1-BF7D-3592-4869-A3BDDA2A20D2}"/>
          </ac:spMkLst>
        </pc:spChg>
      </pc:sldChg>
      <pc:sldChg chg="modSp new mod ord modNotesTx">
        <pc:chgData name="Jing Yao" userId="091c40ea-68b6-499e-bae2-99a7feffaccc" providerId="ADAL" clId="{5E772298-76B7-458D-A4DD-0CE458436BF0}" dt="2026-04-15T13:20:59.396" v="3464" actId="20577"/>
        <pc:sldMkLst>
          <pc:docMk/>
          <pc:sldMk cId="705044513" sldId="266"/>
        </pc:sldMkLst>
        <pc:spChg chg="mod">
          <ac:chgData name="Jing Yao" userId="091c40ea-68b6-499e-bae2-99a7feffaccc" providerId="ADAL" clId="{5E772298-76B7-458D-A4DD-0CE458436BF0}" dt="2026-04-15T12:46:20.721" v="2728" actId="2711"/>
          <ac:spMkLst>
            <pc:docMk/>
            <pc:sldMk cId="705044513" sldId="266"/>
            <ac:spMk id="2" creationId="{2B0A9B53-E989-19B5-C4F6-7AB033865E30}"/>
          </ac:spMkLst>
        </pc:spChg>
        <pc:spChg chg="mod">
          <ac:chgData name="Jing Yao" userId="091c40ea-68b6-499e-bae2-99a7feffaccc" providerId="ADAL" clId="{5E772298-76B7-458D-A4DD-0CE458436BF0}" dt="2026-04-15T13:10:25.576" v="3457" actId="20577"/>
          <ac:spMkLst>
            <pc:docMk/>
            <pc:sldMk cId="705044513" sldId="266"/>
            <ac:spMk id="3" creationId="{49BF38DB-0A9A-389D-FF35-1C5332A12669}"/>
          </ac:spMkLst>
        </pc:spChg>
      </pc:sldChg>
      <pc:sldChg chg="addSp delSp modSp add mod modNotesTx">
        <pc:chgData name="Jing Yao" userId="091c40ea-68b6-499e-bae2-99a7feffaccc" providerId="ADAL" clId="{5E772298-76B7-458D-A4DD-0CE458436BF0}" dt="2026-04-15T13:39:42.059" v="4287" actId="113"/>
        <pc:sldMkLst>
          <pc:docMk/>
          <pc:sldMk cId="2516280086" sldId="268"/>
        </pc:sldMkLst>
        <pc:spChg chg="mod">
          <ac:chgData name="Jing Yao" userId="091c40ea-68b6-499e-bae2-99a7feffaccc" providerId="ADAL" clId="{5E772298-76B7-458D-A4DD-0CE458436BF0}" dt="2026-04-15T13:39:42.059" v="4287" actId="113"/>
          <ac:spMkLst>
            <pc:docMk/>
            <pc:sldMk cId="2516280086" sldId="268"/>
            <ac:spMk id="3" creationId="{4F17329D-42EC-E5EA-D1B0-4700872C11C1}"/>
          </ac:spMkLst>
        </pc:spChg>
      </pc:sldChg>
      <pc:sldChg chg="modSp add mod">
        <pc:chgData name="Jing Yao" userId="091c40ea-68b6-499e-bae2-99a7feffaccc" providerId="ADAL" clId="{5E772298-76B7-458D-A4DD-0CE458436BF0}" dt="2026-04-15T14:03:21.683" v="4461" actId="20577"/>
        <pc:sldMkLst>
          <pc:docMk/>
          <pc:sldMk cId="701045525" sldId="269"/>
        </pc:sldMkLst>
        <pc:spChg chg="mod">
          <ac:chgData name="Jing Yao" userId="091c40ea-68b6-499e-bae2-99a7feffaccc" providerId="ADAL" clId="{5E772298-76B7-458D-A4DD-0CE458436BF0}" dt="2026-04-15T14:03:21.683" v="4461" actId="20577"/>
          <ac:spMkLst>
            <pc:docMk/>
            <pc:sldMk cId="701045525" sldId="269"/>
            <ac:spMk id="3" creationId="{47A3BC58-B59B-422B-6BF5-0A334D256AEA}"/>
          </ac:spMkLst>
        </pc:spChg>
      </pc:sldChg>
      <pc:sldChg chg="addSp modSp add mod modNotesTx">
        <pc:chgData name="Jing Yao" userId="091c40ea-68b6-499e-bae2-99a7feffaccc" providerId="ADAL" clId="{5E772298-76B7-458D-A4DD-0CE458436BF0}" dt="2026-04-15T14:06:18.948" v="4596"/>
        <pc:sldMkLst>
          <pc:docMk/>
          <pc:sldMk cId="3012707327" sldId="270"/>
        </pc:sldMkLst>
        <pc:spChg chg="mod">
          <ac:chgData name="Jing Yao" userId="091c40ea-68b6-499e-bae2-99a7feffaccc" providerId="ADAL" clId="{5E772298-76B7-458D-A4DD-0CE458436BF0}" dt="2026-04-15T14:04:50.721" v="4527" actId="20577"/>
          <ac:spMkLst>
            <pc:docMk/>
            <pc:sldMk cId="3012707327" sldId="270"/>
            <ac:spMk id="3" creationId="{6650A418-6848-4229-2B90-AC201AC19EBB}"/>
          </ac:spMkLst>
        </pc:spChg>
      </pc:sldChg>
      <pc:sldChg chg="add modNotesTx">
        <pc:chgData name="Jing Yao" userId="091c40ea-68b6-499e-bae2-99a7feffaccc" providerId="ADAL" clId="{5E772298-76B7-458D-A4DD-0CE458436BF0}" dt="2026-04-15T14:08:00.270" v="4944" actId="20577"/>
        <pc:sldMkLst>
          <pc:docMk/>
          <pc:sldMk cId="3719144217"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441283-612B-461F-9065-80D40B8AAA9E}"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7C494-4730-4793-9545-3295A53E60EF}" type="slidenum">
              <a:rPr lang="en-US" smtClean="0"/>
              <a:t>‹#›</a:t>
            </a:fld>
            <a:endParaRPr lang="en-US"/>
          </a:p>
        </p:txBody>
      </p:sp>
    </p:spTree>
    <p:extLst>
      <p:ext uri="{BB962C8B-B14F-4D97-AF65-F5344CB8AC3E}">
        <p14:creationId xmlns:p14="http://schemas.microsoft.com/office/powerpoint/2010/main" val="2007263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096DE-39ED-B3E6-0E2D-2653358975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C3CEA-D3BE-A077-46D1-367D23E704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98E69B-3216-CA01-A3B9-F7E639F7F152}"/>
              </a:ext>
            </a:extLst>
          </p:cNvPr>
          <p:cNvSpPr>
            <a:spLocks noGrp="1"/>
          </p:cNvSpPr>
          <p:nvPr>
            <p:ph type="body" idx="1"/>
          </p:nvPr>
        </p:nvSpPr>
        <p:spPr/>
        <p:txBody>
          <a:bodyPr/>
          <a:lstStyle/>
          <a:p>
            <a:r>
              <a:rPr lang="en-US" altLang="zh-CN" dirty="0"/>
              <a:t>Now, let’s introduce the full annotation workflow. </a:t>
            </a:r>
          </a:p>
          <a:p>
            <a:endParaRPr lang="en-US" altLang="zh-CN" dirty="0"/>
          </a:p>
          <a:p>
            <a:endParaRPr lang="en-US" altLang="zh-CN" dirty="0"/>
          </a:p>
          <a:p>
            <a:r>
              <a:rPr lang="zh-CN" altLang="en-US" dirty="0"/>
              <a:t>开始任务介绍</a:t>
            </a:r>
            <a:endParaRPr lang="en-US" dirty="0"/>
          </a:p>
        </p:txBody>
      </p:sp>
      <p:sp>
        <p:nvSpPr>
          <p:cNvPr id="4" name="Slide Number Placeholder 3">
            <a:extLst>
              <a:ext uri="{FF2B5EF4-FFF2-40B4-BE49-F238E27FC236}">
                <a16:creationId xmlns:a16="http://schemas.microsoft.com/office/drawing/2014/main" id="{57E5D965-731D-5900-F357-438C34C77557}"/>
              </a:ext>
            </a:extLst>
          </p:cNvPr>
          <p:cNvSpPr>
            <a:spLocks noGrp="1"/>
          </p:cNvSpPr>
          <p:nvPr>
            <p:ph type="sldNum" sz="quarter" idx="5"/>
          </p:nvPr>
        </p:nvSpPr>
        <p:spPr/>
        <p:txBody>
          <a:bodyPr/>
          <a:lstStyle/>
          <a:p>
            <a:fld id="{1817C494-4730-4793-9545-3295A53E60EF}" type="slidenum">
              <a:rPr lang="en-US" smtClean="0"/>
              <a:t>1</a:t>
            </a:fld>
            <a:endParaRPr lang="en-US"/>
          </a:p>
        </p:txBody>
      </p:sp>
    </p:spTree>
    <p:extLst>
      <p:ext uri="{BB962C8B-B14F-4D97-AF65-F5344CB8AC3E}">
        <p14:creationId xmlns:p14="http://schemas.microsoft.com/office/powerpoint/2010/main" val="1513685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D445-ACCB-F457-2846-25603C7B27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21BF2-3F2A-6EC1-B652-CC135AE4CF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A9569-3239-5045-FB0C-E41D76F665EB}"/>
              </a:ext>
            </a:extLst>
          </p:cNvPr>
          <p:cNvSpPr>
            <a:spLocks noGrp="1"/>
          </p:cNvSpPr>
          <p:nvPr>
            <p:ph type="body" idx="1"/>
          </p:nvPr>
        </p:nvSpPr>
        <p:spPr/>
        <p:txBody>
          <a:bodyPr/>
          <a:lstStyle/>
          <a:p>
            <a:r>
              <a:rPr lang="en-US" dirty="0"/>
              <a:t>Once you enter the annotation platform, please set up these information, your username, nationality and language.</a:t>
            </a:r>
          </a:p>
          <a:p>
            <a:endParaRPr lang="en-US" dirty="0"/>
          </a:p>
          <a:p>
            <a:r>
              <a:rPr lang="en-US" dirty="0"/>
              <a:t>Then, you need to </a:t>
            </a:r>
            <a:r>
              <a:rPr lang="en-US" sz="1200" kern="1200" dirty="0">
                <a:solidFill>
                  <a:schemeClr val="tx1"/>
                </a:solidFill>
                <a:effectLst/>
                <a:latin typeface="+mn-lt"/>
                <a:ea typeface="+mn-ea"/>
                <a:cs typeface="+mn-cs"/>
              </a:rPr>
              <a:t>complete</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three questionnaires.</a:t>
            </a:r>
          </a:p>
          <a:p>
            <a:r>
              <a:rPr lang="en-US" sz="1200" kern="1200" dirty="0">
                <a:solidFill>
                  <a:schemeClr val="tx1"/>
                </a:solidFill>
                <a:effectLst/>
                <a:latin typeface="+mn-lt"/>
                <a:ea typeface="+mn-ea"/>
                <a:cs typeface="+mn-cs"/>
              </a:rPr>
              <a:t>The annotator basic information survey</a:t>
            </a:r>
          </a:p>
          <a:p>
            <a:r>
              <a:rPr lang="en-US" sz="1200" kern="1200" dirty="0">
                <a:solidFill>
                  <a:schemeClr val="tx1"/>
                </a:solidFill>
                <a:effectLst/>
                <a:latin typeface="+mn-lt"/>
                <a:ea typeface="+mn-ea"/>
                <a:cs typeface="+mn-cs"/>
              </a:rPr>
              <a:t>The Schwartz Value Survey</a:t>
            </a:r>
          </a:p>
          <a:p>
            <a:r>
              <a:rPr lang="en-US" sz="1200" kern="1200" dirty="0">
                <a:solidFill>
                  <a:schemeClr val="tx1"/>
                </a:solidFill>
                <a:effectLst/>
                <a:latin typeface="+mn-lt"/>
                <a:ea typeface="+mn-ea"/>
                <a:cs typeface="+mn-cs"/>
              </a:rPr>
              <a:t>The Cultural Value Survey.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total time is around 25 to 30 minutes. Make sure you use </a:t>
            </a:r>
            <a:r>
              <a:rPr lang="en-US" sz="1200" b="1" kern="1200" dirty="0">
                <a:solidFill>
                  <a:schemeClr val="tx1"/>
                </a:solidFill>
                <a:effectLst/>
                <a:latin typeface="+mn-lt"/>
                <a:ea typeface="+mn-ea"/>
                <a:cs typeface="+mn-cs"/>
              </a:rPr>
              <a:t>the exact same spelling of your username for all questionnaires and whenever you log in the platform. Otherwise, we can not map the annotation to you.</a:t>
            </a:r>
            <a:br>
              <a:rPr lang="en-US" sz="1200" b="1" kern="1200" dirty="0">
                <a:solidFill>
                  <a:schemeClr val="tx1"/>
                </a:solidFill>
                <a:effectLst/>
                <a:latin typeface="+mn-lt"/>
                <a:ea typeface="+mn-ea"/>
                <a:cs typeface="+mn-cs"/>
              </a:rPr>
            </a:br>
            <a:endParaRPr lang="en-US" sz="1200" b="1" kern="1200" dirty="0">
              <a:solidFill>
                <a:schemeClr val="tx1"/>
              </a:solidFill>
              <a:effectLst/>
              <a:latin typeface="+mn-lt"/>
              <a:ea typeface="+mn-ea"/>
              <a:cs typeface="+mn-cs"/>
            </a:endParaRPr>
          </a:p>
          <a:p>
            <a:r>
              <a:rPr lang="en-US" dirty="0"/>
              <a:t>Once you finish all questionnaires, click “Next” to enter the annotation page.</a:t>
            </a:r>
          </a:p>
        </p:txBody>
      </p:sp>
      <p:sp>
        <p:nvSpPr>
          <p:cNvPr id="4" name="Slide Number Placeholder 3">
            <a:extLst>
              <a:ext uri="{FF2B5EF4-FFF2-40B4-BE49-F238E27FC236}">
                <a16:creationId xmlns:a16="http://schemas.microsoft.com/office/drawing/2014/main" id="{B343B64A-7DDE-9019-D572-D5FB57EFAD94}"/>
              </a:ext>
            </a:extLst>
          </p:cNvPr>
          <p:cNvSpPr>
            <a:spLocks noGrp="1"/>
          </p:cNvSpPr>
          <p:nvPr>
            <p:ph type="sldNum" sz="quarter" idx="5"/>
          </p:nvPr>
        </p:nvSpPr>
        <p:spPr/>
        <p:txBody>
          <a:bodyPr/>
          <a:lstStyle/>
          <a:p>
            <a:fld id="{1817C494-4730-4793-9545-3295A53E60EF}" type="slidenum">
              <a:rPr lang="en-US" smtClean="0"/>
              <a:t>2</a:t>
            </a:fld>
            <a:endParaRPr lang="en-US"/>
          </a:p>
        </p:txBody>
      </p:sp>
    </p:spTree>
    <p:extLst>
      <p:ext uri="{BB962C8B-B14F-4D97-AF65-F5344CB8AC3E}">
        <p14:creationId xmlns:p14="http://schemas.microsoft.com/office/powerpoint/2010/main" val="3178598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4D11A-69E9-364A-7F54-ABA3D4EDB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9C6BE9-D4C7-9123-2D71-2399F7862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5AE2E-F474-8B10-B3C3-0D74BBB3B0A0}"/>
              </a:ext>
            </a:extLst>
          </p:cNvPr>
          <p:cNvSpPr>
            <a:spLocks noGrp="1"/>
          </p:cNvSpPr>
          <p:nvPr>
            <p:ph type="body" idx="1"/>
          </p:nvPr>
        </p:nvSpPr>
        <p:spPr/>
        <p:txBody>
          <a:bodyPr/>
          <a:lstStyle/>
          <a:p>
            <a:r>
              <a:rPr lang="en-US" dirty="0"/>
              <a:t>The value-related data annotation task includes six main steps. It would take around 10 to 15 minutes to annotate one sample.</a:t>
            </a:r>
          </a:p>
          <a:p>
            <a:endParaRPr lang="en-US" dirty="0"/>
          </a:p>
          <a:p>
            <a:r>
              <a:rPr lang="en-US" dirty="0"/>
              <a:t>Step 1 is to select a topic.</a:t>
            </a:r>
          </a:p>
          <a:p>
            <a:r>
              <a:rPr lang="en-US" dirty="0"/>
              <a:t>First choose a Level-1 topic, and then a Level-2 subtopic.</a:t>
            </a:r>
          </a:p>
          <a:p>
            <a:r>
              <a:rPr lang="en-US" dirty="0"/>
              <a:t>You should prioritize topics that:</a:t>
            </a:r>
          </a:p>
          <a:p>
            <a:r>
              <a:rPr lang="en-US" sz="1200" b="1" kern="1200" dirty="0">
                <a:solidFill>
                  <a:schemeClr val="tx1"/>
                </a:solidFill>
                <a:effectLst/>
                <a:latin typeface="+mn-lt"/>
                <a:ea typeface="+mn-ea"/>
                <a:cs typeface="+mn-cs"/>
              </a:rPr>
              <a:t>Prioritize topics</a:t>
            </a:r>
            <a:r>
              <a:rPr lang="en-US" sz="1200" kern="1200" dirty="0">
                <a:solidFill>
                  <a:schemeClr val="tx1"/>
                </a:solidFill>
                <a:effectLst/>
                <a:latin typeface="+mn-lt"/>
                <a:ea typeface="+mn-ea"/>
                <a:cs typeface="+mn-cs"/>
              </a:rPr>
              <a:t> that:</a:t>
            </a:r>
          </a:p>
          <a:p>
            <a:pPr lvl="0"/>
            <a:r>
              <a:rPr lang="en-US" sz="1200" kern="1200" dirty="0">
                <a:solidFill>
                  <a:schemeClr val="tx1"/>
                </a:solidFill>
                <a:effectLst/>
                <a:latin typeface="+mn-lt"/>
                <a:ea typeface="+mn-ea"/>
                <a:cs typeface="+mn-cs"/>
              </a:rPr>
              <a:t>Receive widespread attention and commonly appear in practical life in your culture.</a:t>
            </a:r>
          </a:p>
          <a:p>
            <a:pPr lvl="0"/>
            <a:r>
              <a:rPr lang="en-US" sz="1200" kern="1200" dirty="0">
                <a:solidFill>
                  <a:schemeClr val="tx1"/>
                </a:solidFill>
                <a:effectLst/>
                <a:latin typeface="+mn-lt"/>
                <a:ea typeface="+mn-ea"/>
                <a:cs typeface="+mn-cs"/>
              </a:rPr>
              <a:t>Trigger discussion involving values, social norms or behavior principles.</a:t>
            </a:r>
          </a:p>
          <a:p>
            <a:pPr lvl="0"/>
            <a:r>
              <a:rPr lang="en-US" sz="1200" kern="1200" dirty="0">
                <a:solidFill>
                  <a:schemeClr val="tx1"/>
                </a:solidFill>
                <a:effectLst/>
                <a:latin typeface="+mn-lt"/>
                <a:ea typeface="+mn-ea"/>
                <a:cs typeface="+mn-cs"/>
              </a:rPr>
              <a:t>Reflect cultural differences</a:t>
            </a:r>
          </a:p>
          <a:p>
            <a:pPr lvl="0"/>
            <a:r>
              <a:rPr lang="en-US" sz="1200" kern="1200" dirty="0">
                <a:solidFill>
                  <a:schemeClr val="tx1"/>
                </a:solidFill>
                <a:effectLst/>
                <a:latin typeface="+mn-lt"/>
                <a:ea typeface="+mn-ea"/>
                <a:cs typeface="+mn-cs"/>
              </a:rPr>
              <a:t>You are familiar with the values of your culture under this topic.</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you think none of the level-2 topic fits the requirement, you may create a new Level-2 topic by yourself.</a:t>
            </a:r>
          </a:p>
        </p:txBody>
      </p:sp>
      <p:sp>
        <p:nvSpPr>
          <p:cNvPr id="4" name="Slide Number Placeholder 3">
            <a:extLst>
              <a:ext uri="{FF2B5EF4-FFF2-40B4-BE49-F238E27FC236}">
                <a16:creationId xmlns:a16="http://schemas.microsoft.com/office/drawing/2014/main" id="{09A9C8C3-0A5D-7E78-970C-14CAEA8B72C2}"/>
              </a:ext>
            </a:extLst>
          </p:cNvPr>
          <p:cNvSpPr>
            <a:spLocks noGrp="1"/>
          </p:cNvSpPr>
          <p:nvPr>
            <p:ph type="sldNum" sz="quarter" idx="5"/>
          </p:nvPr>
        </p:nvSpPr>
        <p:spPr/>
        <p:txBody>
          <a:bodyPr/>
          <a:lstStyle/>
          <a:p>
            <a:fld id="{1817C494-4730-4793-9545-3295A53E60EF}" type="slidenum">
              <a:rPr lang="en-US" smtClean="0"/>
              <a:t>3</a:t>
            </a:fld>
            <a:endParaRPr lang="en-US"/>
          </a:p>
        </p:txBody>
      </p:sp>
    </p:spTree>
    <p:extLst>
      <p:ext uri="{BB962C8B-B14F-4D97-AF65-F5344CB8AC3E}">
        <p14:creationId xmlns:p14="http://schemas.microsoft.com/office/powerpoint/2010/main" val="3100499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3D47B-5FB7-4395-DD64-857A2B69E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8501E-53BB-7CE4-4A48-FCFB8AC4C7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90FFF-18BE-EE61-8FB3-8B60080888C7}"/>
              </a:ext>
            </a:extLst>
          </p:cNvPr>
          <p:cNvSpPr>
            <a:spLocks noGrp="1"/>
          </p:cNvSpPr>
          <p:nvPr>
            <p:ph type="body" idx="1"/>
          </p:nvPr>
        </p:nvSpPr>
        <p:spPr/>
        <p:txBody>
          <a:bodyPr/>
          <a:lstStyle/>
          <a:p>
            <a:endParaRPr lang="en-US" dirty="0"/>
          </a:p>
          <a:p>
            <a:r>
              <a:rPr lang="en-US" dirty="0"/>
              <a:t>Step 2 is to list key value principles.</a:t>
            </a:r>
          </a:p>
          <a:p>
            <a:endParaRPr lang="en-US" dirty="0"/>
          </a:p>
          <a:p>
            <a:r>
              <a:rPr lang="en-US" dirty="0"/>
              <a:t>You need to write 3 to 5 principles </a:t>
            </a:r>
            <a:r>
              <a:rPr lang="en-US" sz="1200" kern="1200" dirty="0">
                <a:solidFill>
                  <a:schemeClr val="tx1"/>
                </a:solidFill>
                <a:effectLst/>
                <a:latin typeface="+mn-lt"/>
                <a:ea typeface="+mn-ea"/>
                <a:cs typeface="+mn-cs"/>
              </a:rPr>
              <a:t>that describe how people in your culture usually think or behave under this topic.</a:t>
            </a:r>
            <a:endParaRPr lang="en-US" dirty="0"/>
          </a:p>
          <a:p>
            <a:endParaRPr lang="en-US" dirty="0"/>
          </a:p>
          <a:p>
            <a:r>
              <a:rPr lang="en-US" dirty="0"/>
              <a:t>You can use these templates:</a:t>
            </a:r>
          </a:p>
          <a:p>
            <a:r>
              <a:rPr lang="en-US" dirty="0"/>
              <a:t>Under this topic, people are encouraged to... </a:t>
            </a:r>
          </a:p>
          <a:p>
            <a:r>
              <a:rPr lang="en-US" dirty="0"/>
              <a:t>people should avoid... </a:t>
            </a:r>
          </a:p>
          <a:p>
            <a:r>
              <a:rPr lang="en-US" dirty="0"/>
              <a:t>something is considered appropriate or inappropriate </a:t>
            </a:r>
          </a:p>
          <a:p>
            <a:r>
              <a:rPr lang="en-US" dirty="0"/>
              <a:t>people usually do A rather than B</a:t>
            </a:r>
          </a:p>
          <a:p>
            <a:endParaRPr lang="en-US" dirty="0"/>
          </a:p>
          <a:p>
            <a:r>
              <a:rPr lang="en-US" dirty="0"/>
              <a:t>Make sure: you list 3 to 5 items, rank them by importance and avoid duplicates </a:t>
            </a:r>
          </a:p>
        </p:txBody>
      </p:sp>
      <p:sp>
        <p:nvSpPr>
          <p:cNvPr id="4" name="Slide Number Placeholder 3">
            <a:extLst>
              <a:ext uri="{FF2B5EF4-FFF2-40B4-BE49-F238E27FC236}">
                <a16:creationId xmlns:a16="http://schemas.microsoft.com/office/drawing/2014/main" id="{5451494B-9DFB-EB4E-E6C9-C2A06AD9A057}"/>
              </a:ext>
            </a:extLst>
          </p:cNvPr>
          <p:cNvSpPr>
            <a:spLocks noGrp="1"/>
          </p:cNvSpPr>
          <p:nvPr>
            <p:ph type="sldNum" sz="quarter" idx="5"/>
          </p:nvPr>
        </p:nvSpPr>
        <p:spPr/>
        <p:txBody>
          <a:bodyPr/>
          <a:lstStyle/>
          <a:p>
            <a:fld id="{1817C494-4730-4793-9545-3295A53E60EF}" type="slidenum">
              <a:rPr lang="en-US" smtClean="0"/>
              <a:t>4</a:t>
            </a:fld>
            <a:endParaRPr lang="en-US"/>
          </a:p>
        </p:txBody>
      </p:sp>
    </p:spTree>
    <p:extLst>
      <p:ext uri="{BB962C8B-B14F-4D97-AF65-F5344CB8AC3E}">
        <p14:creationId xmlns:p14="http://schemas.microsoft.com/office/powerpoint/2010/main" val="1255214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14A05-338D-7F6E-23DF-6714A7124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E8953-0AD7-7538-82FB-FB4D79FCF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506CF-3074-6CF5-C6DE-D4707EACAA19}"/>
              </a:ext>
            </a:extLst>
          </p:cNvPr>
          <p:cNvSpPr>
            <a:spLocks noGrp="1"/>
          </p:cNvSpPr>
          <p:nvPr>
            <p:ph type="body" idx="1"/>
          </p:nvPr>
        </p:nvSpPr>
        <p:spPr/>
        <p:txBody>
          <a:bodyPr/>
          <a:lstStyle/>
          <a:p>
            <a:r>
              <a:rPr lang="en-US" dirty="0"/>
              <a:t>Step 3 is to select a task type to create value-related questions.</a:t>
            </a:r>
          </a:p>
          <a:p>
            <a:endParaRPr lang="en-US" dirty="0"/>
          </a:p>
          <a:p>
            <a:r>
              <a:rPr lang="en-US" dirty="0"/>
              <a:t>Choose a task type that:</a:t>
            </a:r>
          </a:p>
          <a:p>
            <a:pPr lvl="0"/>
            <a:r>
              <a:rPr lang="en-US" sz="1200" kern="1200" dirty="0">
                <a:solidFill>
                  <a:schemeClr val="tx1"/>
                </a:solidFill>
                <a:effectLst/>
                <a:latin typeface="+mn-lt"/>
                <a:ea typeface="+mn-ea"/>
                <a:cs typeface="+mn-cs"/>
              </a:rPr>
              <a:t>Commonly appear in real-life situations</a:t>
            </a:r>
          </a:p>
          <a:p>
            <a:pPr lvl="0"/>
            <a:r>
              <a:rPr lang="en-US" sz="1200" kern="1200" dirty="0">
                <a:solidFill>
                  <a:schemeClr val="tx1"/>
                </a:solidFill>
                <a:effectLst/>
                <a:latin typeface="+mn-lt"/>
                <a:ea typeface="+mn-ea"/>
                <a:cs typeface="+mn-cs"/>
              </a:rPr>
              <a:t>Trigger value-based thinking under this topic</a:t>
            </a:r>
            <a:endParaRPr lang="en-US" dirty="0"/>
          </a:p>
        </p:txBody>
      </p:sp>
      <p:sp>
        <p:nvSpPr>
          <p:cNvPr id="4" name="Slide Number Placeholder 3">
            <a:extLst>
              <a:ext uri="{FF2B5EF4-FFF2-40B4-BE49-F238E27FC236}">
                <a16:creationId xmlns:a16="http://schemas.microsoft.com/office/drawing/2014/main" id="{4FFE5F5F-C821-EB13-74FE-CCD1D7BD21CA}"/>
              </a:ext>
            </a:extLst>
          </p:cNvPr>
          <p:cNvSpPr>
            <a:spLocks noGrp="1"/>
          </p:cNvSpPr>
          <p:nvPr>
            <p:ph type="sldNum" sz="quarter" idx="5"/>
          </p:nvPr>
        </p:nvSpPr>
        <p:spPr/>
        <p:txBody>
          <a:bodyPr/>
          <a:lstStyle/>
          <a:p>
            <a:fld id="{1817C494-4730-4793-9545-3295A53E60EF}" type="slidenum">
              <a:rPr lang="en-US" smtClean="0"/>
              <a:t>5</a:t>
            </a:fld>
            <a:endParaRPr lang="en-US"/>
          </a:p>
        </p:txBody>
      </p:sp>
    </p:spTree>
    <p:extLst>
      <p:ext uri="{BB962C8B-B14F-4D97-AF65-F5344CB8AC3E}">
        <p14:creationId xmlns:p14="http://schemas.microsoft.com/office/powerpoint/2010/main" val="3385365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3FD5C-D7A4-8086-48B3-77D68C2EB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9BB09-C030-C304-F6AA-D9ACCEB732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DED693-A28E-A75B-CF60-4CF263BB935B}"/>
              </a:ext>
            </a:extLst>
          </p:cNvPr>
          <p:cNvSpPr>
            <a:spLocks noGrp="1"/>
          </p:cNvSpPr>
          <p:nvPr>
            <p:ph type="body" idx="1"/>
          </p:nvPr>
        </p:nvSpPr>
        <p:spPr/>
        <p:txBody>
          <a:bodyPr/>
          <a:lstStyle/>
          <a:p>
            <a:r>
              <a:rPr lang="en-US" dirty="0"/>
              <a:t>Step 4 is to create or select one value-related question.</a:t>
            </a:r>
          </a:p>
          <a:p>
            <a:endParaRPr lang="en-US" dirty="0"/>
          </a:p>
          <a:p>
            <a:r>
              <a:rPr lang="en-US" dirty="0"/>
              <a:t>You have three options:</a:t>
            </a:r>
          </a:p>
          <a:p>
            <a:pPr lvl="0"/>
            <a:r>
              <a:rPr lang="en-US" sz="1200" kern="1200" dirty="0">
                <a:solidFill>
                  <a:schemeClr val="tx1"/>
                </a:solidFill>
                <a:effectLst/>
                <a:latin typeface="+mn-lt"/>
                <a:ea typeface="+mn-ea"/>
                <a:cs typeface="+mn-cs"/>
              </a:rPr>
              <a:t>Select one of the candidate questions</a:t>
            </a:r>
          </a:p>
          <a:p>
            <a:pPr lvl="0"/>
            <a:r>
              <a:rPr lang="en-US" sz="1200" kern="1200" dirty="0">
                <a:solidFill>
                  <a:schemeClr val="tx1"/>
                </a:solidFill>
                <a:effectLst/>
                <a:latin typeface="+mn-lt"/>
                <a:ea typeface="+mn-ea"/>
                <a:cs typeface="+mn-cs"/>
              </a:rPr>
              <a:t>Refine a candidate question to better meet requirements</a:t>
            </a:r>
          </a:p>
          <a:p>
            <a:pPr lvl="0"/>
            <a:r>
              <a:rPr lang="en-US" sz="1200" kern="1200" dirty="0">
                <a:solidFill>
                  <a:schemeClr val="tx1"/>
                </a:solidFill>
                <a:effectLst/>
                <a:latin typeface="+mn-lt"/>
                <a:ea typeface="+mn-ea"/>
                <a:cs typeface="+mn-cs"/>
              </a:rPr>
              <a:t>Create a new value-related question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each question, we provide </a:t>
            </a:r>
            <a:r>
              <a:rPr lang="en-US" dirty="0"/>
              <a:t>two scores:</a:t>
            </a:r>
          </a:p>
          <a:p>
            <a:r>
              <a:rPr lang="en-US" dirty="0"/>
              <a:t>importance score means how important cultural values the question is related to.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Frequency score indicates how </a:t>
            </a:r>
            <a:r>
              <a:rPr lang="en-US" sz="1200" kern="1200" dirty="0">
                <a:solidFill>
                  <a:schemeClr val="tx1"/>
                </a:solidFill>
                <a:effectLst/>
                <a:latin typeface="+mn-lt"/>
                <a:ea typeface="+mn-ea"/>
                <a:cs typeface="+mn-cs"/>
              </a:rPr>
              <a:t>often the question would appear in your culture</a:t>
            </a:r>
            <a:endParaRPr lang="en-US" dirty="0"/>
          </a:p>
          <a:p>
            <a:endParaRPr lang="en-US" dirty="0"/>
          </a:p>
          <a:p>
            <a:r>
              <a:rPr lang="en-US" sz="1200" kern="1200" dirty="0">
                <a:solidFill>
                  <a:schemeClr val="tx1"/>
                </a:solidFill>
                <a:effectLst/>
                <a:latin typeface="+mn-lt"/>
                <a:ea typeface="+mn-ea"/>
                <a:cs typeface="+mn-cs"/>
              </a:rPr>
              <a:t>Note: Current scores are automatically estimated by AI for reference. You may choose questions you consider important or frequent and revise the two scores accordingly</a:t>
            </a:r>
            <a:endParaRPr lang="en-US" dirty="0"/>
          </a:p>
          <a:p>
            <a:endParaRPr lang="en-US" dirty="0"/>
          </a:p>
          <a:p>
            <a:r>
              <a:rPr lang="en-US" sz="1200" kern="1200" dirty="0">
                <a:solidFill>
                  <a:schemeClr val="tx1"/>
                </a:solidFill>
                <a:effectLst/>
                <a:latin typeface="+mn-lt"/>
                <a:ea typeface="+mn-ea"/>
                <a:cs typeface="+mn-cs"/>
              </a:rPr>
              <a:t>Prioritize or create questions </a:t>
            </a:r>
            <a:r>
              <a:rPr lang="en-US" dirty="0"/>
              <a:t>meets these requirements:</a:t>
            </a:r>
          </a:p>
          <a:p>
            <a:r>
              <a:rPr lang="en-US" dirty="0"/>
              <a:t>Both importance and frequency scores should be at least 3 </a:t>
            </a:r>
          </a:p>
          <a:p>
            <a:r>
              <a:rPr lang="en-US" dirty="0"/>
              <a:t>and at least one should be 4 or higher </a:t>
            </a:r>
          </a:p>
          <a:p>
            <a:pPr lvl="0"/>
            <a:r>
              <a:rPr lang="en-US" sz="1200" kern="1200" dirty="0">
                <a:solidFill>
                  <a:schemeClr val="tx1"/>
                </a:solidFill>
                <a:effectLst/>
                <a:latin typeface="+mn-lt"/>
                <a:ea typeface="+mn-ea"/>
                <a:cs typeface="+mn-cs"/>
              </a:rPr>
              <a:t>For refined or newly created questions, please score the question from both aspects and ensure the question meets the above requirements.</a:t>
            </a:r>
            <a:endParaRPr lang="en-US" dirty="0"/>
          </a:p>
          <a:p>
            <a:endParaRPr lang="en-US" dirty="0"/>
          </a:p>
          <a:p>
            <a:r>
              <a:rPr lang="en-US" sz="1200" kern="1200" dirty="0">
                <a:solidFill>
                  <a:schemeClr val="tx1"/>
                </a:solidFill>
                <a:effectLst/>
                <a:latin typeface="+mn-lt"/>
                <a:ea typeface="+mn-ea"/>
                <a:cs typeface="+mn-cs"/>
              </a:rPr>
              <a:t>You must cover and </a:t>
            </a:r>
            <a:r>
              <a:rPr lang="en-US" sz="1200" b="1" kern="1200" dirty="0">
                <a:solidFill>
                  <a:schemeClr val="tx1"/>
                </a:solidFill>
                <a:effectLst/>
                <a:latin typeface="+mn-lt"/>
                <a:ea typeface="+mn-ea"/>
                <a:cs typeface="+mn-cs"/>
              </a:rPr>
              <a:t>balance three types of questions: Select, Refine, Create. Avoid using only one type</a:t>
            </a:r>
            <a:r>
              <a:rPr lang="en-US" sz="1200" kern="1200" dirty="0">
                <a:solidFill>
                  <a:schemeClr val="tx1"/>
                </a:solidFill>
                <a:effectLst/>
                <a:latin typeface="+mn-lt"/>
                <a:ea typeface="+mn-ea"/>
                <a:cs typeface="+mn-cs"/>
              </a:rPr>
              <a:t>.</a:t>
            </a:r>
          </a:p>
        </p:txBody>
      </p:sp>
      <p:sp>
        <p:nvSpPr>
          <p:cNvPr id="4" name="Slide Number Placeholder 3">
            <a:extLst>
              <a:ext uri="{FF2B5EF4-FFF2-40B4-BE49-F238E27FC236}">
                <a16:creationId xmlns:a16="http://schemas.microsoft.com/office/drawing/2014/main" id="{4E1D9CDA-3ABE-C6D5-471C-D8AC71F9F931}"/>
              </a:ext>
            </a:extLst>
          </p:cNvPr>
          <p:cNvSpPr>
            <a:spLocks noGrp="1"/>
          </p:cNvSpPr>
          <p:nvPr>
            <p:ph type="sldNum" sz="quarter" idx="5"/>
          </p:nvPr>
        </p:nvSpPr>
        <p:spPr/>
        <p:txBody>
          <a:bodyPr/>
          <a:lstStyle/>
          <a:p>
            <a:fld id="{1817C494-4730-4793-9545-3295A53E60EF}" type="slidenum">
              <a:rPr lang="en-US" smtClean="0"/>
              <a:t>6</a:t>
            </a:fld>
            <a:endParaRPr lang="en-US"/>
          </a:p>
        </p:txBody>
      </p:sp>
    </p:spTree>
    <p:extLst>
      <p:ext uri="{BB962C8B-B14F-4D97-AF65-F5344CB8AC3E}">
        <p14:creationId xmlns:p14="http://schemas.microsoft.com/office/powerpoint/2010/main" val="3022229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405A8-3354-77CC-4374-2B769BE84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9F9CD-B7D8-DE4D-36A8-28E2D6DED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CF1E3-6440-AE3C-C061-61A909CAA5C6}"/>
              </a:ext>
            </a:extLst>
          </p:cNvPr>
          <p:cNvSpPr>
            <a:spLocks noGrp="1"/>
          </p:cNvSpPr>
          <p:nvPr>
            <p:ph type="body" idx="1"/>
          </p:nvPr>
        </p:nvSpPr>
        <p:spPr/>
        <p:txBody>
          <a:bodyPr/>
          <a:lstStyle/>
          <a:p>
            <a:r>
              <a:rPr lang="en-US" dirty="0"/>
              <a:t>Step 5 is the most important step: cultural annotation.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the question, the platform provides an initial response. You will review the answer and adjust it to align with cultural values.</a:t>
            </a:r>
          </a:p>
          <a:p>
            <a:r>
              <a:rPr lang="en-US" sz="1200" kern="1200" dirty="0">
                <a:solidFill>
                  <a:schemeClr val="tx1"/>
                </a:solidFill>
                <a:effectLst/>
                <a:latin typeface="+mn-lt"/>
                <a:ea typeface="+mn-ea"/>
                <a:cs typeface="+mn-cs"/>
              </a:rPr>
              <a:t>We highlight all value-related text fragments in the response and identify their reflected values.</a:t>
            </a:r>
          </a:p>
          <a:p>
            <a:r>
              <a:rPr lang="en-US" sz="1200" kern="1200" dirty="0">
                <a:solidFill>
                  <a:schemeClr val="tx1"/>
                </a:solidFill>
                <a:effectLst/>
                <a:latin typeface="+mn-lt"/>
                <a:ea typeface="+mn-ea"/>
                <a:cs typeface="+mn-cs"/>
              </a:rPr>
              <a:t>First, review each highlighted fragment and annotate them in two steps below:</a:t>
            </a:r>
          </a:p>
          <a:p>
            <a:pPr lvl="0"/>
            <a:r>
              <a:rPr lang="en-US" sz="1200" kern="1200" dirty="0">
                <a:solidFill>
                  <a:schemeClr val="tx1"/>
                </a:solidFill>
                <a:effectLst/>
                <a:latin typeface="+mn-lt"/>
                <a:ea typeface="+mn-ea"/>
                <a:cs typeface="+mn-cs"/>
              </a:rPr>
              <a:t>First, check the value. judge whether the labeled values align with your cultural values in this scenario, then decide: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Completely correct, keep</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Irrelevant or incorrect, delete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Some are misaligned or some are missing, revise</a:t>
            </a:r>
            <a:endParaRPr lang="en-US" sz="11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Then, check the text, based on the values in the last step, ask does the text reflect the values? does the text align with the behavior practices in your culture? Then, decide: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Fully align with the values and culture practices, keep</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Not aligned at all, keep</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Some content is misaligned with the value or culture practices, or some are missing, revise.</a:t>
            </a:r>
            <a:endParaRPr lang="en-US" sz="11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Next, after reviewing all fragments, reflect on the whole answer to check whether some important cultural values are missing. Check from two angles:</a:t>
            </a:r>
          </a:p>
          <a:p>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Are some core points of the question not been fully addressed?</a:t>
            </a:r>
          </a:p>
          <a:p>
            <a:pPr lvl="0"/>
            <a:r>
              <a:rPr lang="en-US" sz="1200" kern="1200" dirty="0">
                <a:solidFill>
                  <a:schemeClr val="tx1"/>
                </a:solidFill>
                <a:effectLst/>
                <a:latin typeface="+mn-lt"/>
                <a:ea typeface="+mn-ea"/>
                <a:cs typeface="+mn-cs"/>
              </a:rPr>
              <a:t>Are cultural values that are usually emphasized in this scenario missing?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either issue exists, click “Add New” to add both new values and the corresponding texts. </a:t>
            </a:r>
          </a:p>
          <a:p>
            <a:endParaRPr lang="en-US" sz="1200" kern="1200" dirty="0">
              <a:solidFill>
                <a:schemeClr val="tx1"/>
              </a:solidFill>
              <a:effectLst/>
              <a:latin typeface="+mn-lt"/>
              <a:ea typeface="+mn-ea"/>
              <a:cs typeface="+mn-cs"/>
            </a:endParaRPr>
          </a:p>
          <a:p>
            <a:r>
              <a:rPr lang="en-US" dirty="0"/>
              <a:t>There are three important rules to keep the annotation consistent:</a:t>
            </a:r>
          </a:p>
          <a:p>
            <a:pPr lvl="1"/>
            <a:r>
              <a:rPr lang="en-US" sz="1200" kern="1200" dirty="0">
                <a:solidFill>
                  <a:schemeClr val="tx1"/>
                </a:solidFill>
                <a:effectLst/>
                <a:latin typeface="+mn-lt"/>
                <a:ea typeface="+mn-ea"/>
                <a:cs typeface="+mn-cs"/>
              </a:rPr>
              <a:t>If you delete values, you must delete the corresponding text; </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If you revise values, you must also revise the text accordingly; </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Even if you just keep values without revision, but the text does not align well with the values or the culture behavior practices, you should also revise text accordingly.</a:t>
            </a:r>
            <a:endParaRPr lang="en-US" sz="1100" kern="1200" dirty="0">
              <a:solidFill>
                <a:schemeClr val="tx1"/>
              </a:solidFill>
              <a:effectLst/>
              <a:latin typeface="+mn-lt"/>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Besides, </a:t>
            </a:r>
            <a:r>
              <a:rPr lang="en-US" sz="1200" kern="1200" dirty="0">
                <a:solidFill>
                  <a:schemeClr val="tx1"/>
                </a:solidFill>
                <a:effectLst/>
                <a:latin typeface="+mn-lt"/>
                <a:ea typeface="+mn-ea"/>
                <a:cs typeface="+mn-cs"/>
              </a:rPr>
              <a:t>Just focus on values and text reflecting values. Please ignore other differences not caused by values, such as language style (colloquial vs. written, formal vs. casual), text format and structure (paragraphing, punctuation conventions, etc.), and length. These issues are not within the scope of annotation.</a:t>
            </a:r>
          </a:p>
        </p:txBody>
      </p:sp>
      <p:sp>
        <p:nvSpPr>
          <p:cNvPr id="4" name="Slide Number Placeholder 3">
            <a:extLst>
              <a:ext uri="{FF2B5EF4-FFF2-40B4-BE49-F238E27FC236}">
                <a16:creationId xmlns:a16="http://schemas.microsoft.com/office/drawing/2014/main" id="{E69D5E3D-9596-239F-789D-1ECAE9A64FD9}"/>
              </a:ext>
            </a:extLst>
          </p:cNvPr>
          <p:cNvSpPr>
            <a:spLocks noGrp="1"/>
          </p:cNvSpPr>
          <p:nvPr>
            <p:ph type="sldNum" sz="quarter" idx="5"/>
          </p:nvPr>
        </p:nvSpPr>
        <p:spPr/>
        <p:txBody>
          <a:bodyPr/>
          <a:lstStyle/>
          <a:p>
            <a:fld id="{1817C494-4730-4793-9545-3295A53E60EF}" type="slidenum">
              <a:rPr lang="en-US" smtClean="0"/>
              <a:t>7</a:t>
            </a:fld>
            <a:endParaRPr lang="en-US"/>
          </a:p>
        </p:txBody>
      </p:sp>
    </p:spTree>
    <p:extLst>
      <p:ext uri="{BB962C8B-B14F-4D97-AF65-F5344CB8AC3E}">
        <p14:creationId xmlns:p14="http://schemas.microsoft.com/office/powerpoint/2010/main" val="1865372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F6D19-80E0-0605-B084-735395D59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7669E-A946-0B0F-808F-430135377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B7059-7B2C-D2D0-5232-26F4DA1F90B8}"/>
              </a:ext>
            </a:extLst>
          </p:cNvPr>
          <p:cNvSpPr>
            <a:spLocks noGrp="1"/>
          </p:cNvSpPr>
          <p:nvPr>
            <p:ph type="body" idx="1"/>
          </p:nvPr>
        </p:nvSpPr>
        <p:spPr/>
        <p:txBody>
          <a:bodyPr/>
          <a:lstStyle/>
          <a:p>
            <a:r>
              <a:rPr lang="en-US" dirty="0"/>
              <a:t>Step 5 is the most important step: cultural annotation.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the question, the platform provides an initial response. You will review the answer and adjust it to align with cultural values.</a:t>
            </a:r>
          </a:p>
          <a:p>
            <a:r>
              <a:rPr lang="en-US" sz="1200" kern="1200" dirty="0">
                <a:solidFill>
                  <a:schemeClr val="tx1"/>
                </a:solidFill>
                <a:effectLst/>
                <a:latin typeface="+mn-lt"/>
                <a:ea typeface="+mn-ea"/>
                <a:cs typeface="+mn-cs"/>
              </a:rPr>
              <a:t>We highlight all value-related text fragments in the response and identify their reflected values.</a:t>
            </a:r>
          </a:p>
          <a:p>
            <a:r>
              <a:rPr lang="en-US" sz="1200" kern="1200" dirty="0">
                <a:solidFill>
                  <a:schemeClr val="tx1"/>
                </a:solidFill>
                <a:effectLst/>
                <a:latin typeface="+mn-lt"/>
                <a:ea typeface="+mn-ea"/>
                <a:cs typeface="+mn-cs"/>
              </a:rPr>
              <a:t>First, review each highlighted fragment and annotate them in two steps below:</a:t>
            </a:r>
          </a:p>
          <a:p>
            <a:pPr lvl="0"/>
            <a:r>
              <a:rPr lang="en-US" sz="1200" kern="1200" dirty="0">
                <a:solidFill>
                  <a:schemeClr val="tx1"/>
                </a:solidFill>
                <a:effectLst/>
                <a:latin typeface="+mn-lt"/>
                <a:ea typeface="+mn-ea"/>
                <a:cs typeface="+mn-cs"/>
              </a:rPr>
              <a:t>First, check the value. judge whether the labeled values align with your cultural values in this scenario, then decide: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Completely correct, keep</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Irrelevant or incorrect, delete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Some are misaligned or some are missing, revise</a:t>
            </a:r>
            <a:endParaRPr lang="en-US" sz="11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Then, check the text, based on the values in the last step, ask does the text reflect the values? does the text align with the behavior practices in your culture? Then, decide: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Fully align with the values and culture practices, keep</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Not aligned at all, keep</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Some content is misaligned with the value or culture practices, or some are missing, revise.</a:t>
            </a:r>
            <a:endParaRPr lang="en-US" sz="11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Next, after reviewing all fragments, reflect on the whole answer to check whether some important cultural values are missing. Check from two angles:</a:t>
            </a:r>
          </a:p>
          <a:p>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Are some core points of the question not been fully addressed?</a:t>
            </a:r>
          </a:p>
          <a:p>
            <a:pPr lvl="0"/>
            <a:r>
              <a:rPr lang="en-US" sz="1200" kern="1200" dirty="0">
                <a:solidFill>
                  <a:schemeClr val="tx1"/>
                </a:solidFill>
                <a:effectLst/>
                <a:latin typeface="+mn-lt"/>
                <a:ea typeface="+mn-ea"/>
                <a:cs typeface="+mn-cs"/>
              </a:rPr>
              <a:t>Are cultural values that are usually emphasized in this scenario missing?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either issue exists, click “Add New” to add both new values and the corresponding texts. </a:t>
            </a:r>
          </a:p>
          <a:p>
            <a:endParaRPr lang="en-US" sz="1200" kern="1200" dirty="0">
              <a:solidFill>
                <a:schemeClr val="tx1"/>
              </a:solidFill>
              <a:effectLst/>
              <a:latin typeface="+mn-lt"/>
              <a:ea typeface="+mn-ea"/>
              <a:cs typeface="+mn-cs"/>
            </a:endParaRPr>
          </a:p>
          <a:p>
            <a:r>
              <a:rPr lang="en-US" dirty="0"/>
              <a:t>There are three important rules to keep the annotation consistent:</a:t>
            </a:r>
          </a:p>
          <a:p>
            <a:pPr lvl="1"/>
            <a:r>
              <a:rPr lang="en-US" sz="1200" kern="1200" dirty="0">
                <a:solidFill>
                  <a:schemeClr val="tx1"/>
                </a:solidFill>
                <a:effectLst/>
                <a:latin typeface="+mn-lt"/>
                <a:ea typeface="+mn-ea"/>
                <a:cs typeface="+mn-cs"/>
              </a:rPr>
              <a:t>If you delete values, you must delete the corresponding text; </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If you revise values, you must also revise the text accordingly; </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Even if you just keep values without revision, but the text does not align well with the values or the culture behavior practices, you should also revise text accordingly.</a:t>
            </a:r>
            <a:endParaRPr lang="en-US" sz="1100" kern="1200" dirty="0">
              <a:solidFill>
                <a:schemeClr val="tx1"/>
              </a:solidFill>
              <a:effectLst/>
              <a:latin typeface="+mn-lt"/>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Besides, </a:t>
            </a:r>
            <a:r>
              <a:rPr lang="en-US" sz="1200" kern="1200" dirty="0">
                <a:solidFill>
                  <a:schemeClr val="tx1"/>
                </a:solidFill>
                <a:effectLst/>
                <a:latin typeface="+mn-lt"/>
                <a:ea typeface="+mn-ea"/>
                <a:cs typeface="+mn-cs"/>
              </a:rPr>
              <a:t>Just focus on values and text reflecting values. Please ignore other differences not caused by values, such as language style (colloquial vs. written, formal vs. casual), text format and structure (paragraphing, punctuation conventions, etc.), and length. These issues are not within the scope of annotation.</a:t>
            </a:r>
          </a:p>
        </p:txBody>
      </p:sp>
      <p:sp>
        <p:nvSpPr>
          <p:cNvPr id="4" name="Slide Number Placeholder 3">
            <a:extLst>
              <a:ext uri="{FF2B5EF4-FFF2-40B4-BE49-F238E27FC236}">
                <a16:creationId xmlns:a16="http://schemas.microsoft.com/office/drawing/2014/main" id="{F0E8D837-244C-0E8F-6A1D-20D705CB8DA4}"/>
              </a:ext>
            </a:extLst>
          </p:cNvPr>
          <p:cNvSpPr>
            <a:spLocks noGrp="1"/>
          </p:cNvSpPr>
          <p:nvPr>
            <p:ph type="sldNum" sz="quarter" idx="5"/>
          </p:nvPr>
        </p:nvSpPr>
        <p:spPr/>
        <p:txBody>
          <a:bodyPr/>
          <a:lstStyle/>
          <a:p>
            <a:fld id="{1817C494-4730-4793-9545-3295A53E60EF}" type="slidenum">
              <a:rPr lang="en-US" smtClean="0"/>
              <a:t>8</a:t>
            </a:fld>
            <a:endParaRPr lang="en-US"/>
          </a:p>
        </p:txBody>
      </p:sp>
    </p:spTree>
    <p:extLst>
      <p:ext uri="{BB962C8B-B14F-4D97-AF65-F5344CB8AC3E}">
        <p14:creationId xmlns:p14="http://schemas.microsoft.com/office/powerpoint/2010/main" val="1364716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0519C-B31C-A108-39A5-BA66B75D6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C1E65-B22B-5E84-1E16-A12F49A272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EB2F8D-9018-7D5D-F5A4-6B2B36B7A303}"/>
              </a:ext>
            </a:extLst>
          </p:cNvPr>
          <p:cNvSpPr>
            <a:spLocks noGrp="1"/>
          </p:cNvSpPr>
          <p:nvPr>
            <p:ph type="body" idx="1"/>
          </p:nvPr>
        </p:nvSpPr>
        <p:spPr/>
        <p:txBody>
          <a:bodyPr/>
          <a:lstStyle/>
          <a:p>
            <a:r>
              <a:rPr lang="en-US" dirty="0"/>
              <a:t>Step 6 is personal annotation.</a:t>
            </a:r>
          </a:p>
          <a:p>
            <a:r>
              <a:rPr lang="en-US" dirty="0"/>
              <a:t>Repeat the same workflow as Step 5.</a:t>
            </a:r>
          </a:p>
          <a:p>
            <a:r>
              <a:rPr lang="en-US" dirty="0"/>
              <a:t>But this time:</a:t>
            </a:r>
          </a:p>
          <a:p>
            <a:r>
              <a:rPr lang="en-US" dirty="0"/>
              <a:t>use your own personal values</a:t>
            </a:r>
          </a:p>
          <a:p>
            <a:endParaRPr lang="en-US" dirty="0"/>
          </a:p>
          <a:p>
            <a:r>
              <a:rPr lang="en-US" sz="1200" kern="1200" dirty="0">
                <a:solidFill>
                  <a:schemeClr val="tx1"/>
                </a:solidFill>
                <a:effectLst/>
                <a:latin typeface="+mn-lt"/>
                <a:ea typeface="+mn-ea"/>
                <a:cs typeface="+mn-cs"/>
              </a:rPr>
              <a:t>Ground your annotation on: </a:t>
            </a:r>
          </a:p>
          <a:p>
            <a:pPr lvl="0"/>
            <a:r>
              <a:rPr lang="en-US" sz="1200" kern="1200" dirty="0">
                <a:solidFill>
                  <a:schemeClr val="tx1"/>
                </a:solidFill>
                <a:effectLst/>
                <a:latin typeface="+mn-lt"/>
                <a:ea typeface="+mn-ea"/>
                <a:cs typeface="+mn-cs"/>
              </a:rPr>
              <a:t>Whether the values and texts align with your own personal values and behavior practices.</a:t>
            </a:r>
          </a:p>
          <a:p>
            <a:pPr lvl="0"/>
            <a:r>
              <a:rPr lang="en-US" sz="1200" kern="1200" dirty="0">
                <a:solidFill>
                  <a:schemeClr val="tx1"/>
                </a:solidFill>
                <a:effectLst/>
                <a:latin typeface="+mn-lt"/>
                <a:ea typeface="+mn-ea"/>
                <a:cs typeface="+mn-cs"/>
              </a:rPr>
              <a:t>NOT the mainstream values in your culture.</a:t>
            </a:r>
          </a:p>
          <a:p>
            <a:r>
              <a:rPr lang="en-US" dirty="0"/>
              <a:t>Do not mix the two.</a:t>
            </a:r>
          </a:p>
          <a:p>
            <a:endParaRPr lang="en-US" dirty="0"/>
          </a:p>
          <a:p>
            <a:endParaRPr lang="en-US" dirty="0"/>
          </a:p>
          <a:p>
            <a:r>
              <a:rPr lang="en-US" dirty="0"/>
              <a:t>After finishing, click “Submit”.</a:t>
            </a:r>
          </a:p>
          <a:p>
            <a:r>
              <a:rPr lang="en-US" dirty="0"/>
              <a:t>Then click “Create New” to continue.</a:t>
            </a:r>
          </a:p>
          <a:p>
            <a:endParaRPr lang="en-US" dirty="0"/>
          </a:p>
          <a:p>
            <a:r>
              <a:rPr lang="en-US" dirty="0"/>
              <a:t>You need to complete:</a:t>
            </a:r>
          </a:p>
          <a:p>
            <a:r>
              <a:rPr lang="en-US" dirty="0"/>
              <a:t>at least 12 samples</a:t>
            </a:r>
            <a:br>
              <a:rPr lang="en-US" dirty="0"/>
            </a:br>
            <a:r>
              <a:rPr lang="en-US" dirty="0"/>
              <a:t>or </a:t>
            </a:r>
          </a:p>
          <a:p>
            <a:r>
              <a:rPr lang="en-US" dirty="0"/>
              <a:t>Until 3 hours of annotation</a:t>
            </a:r>
          </a:p>
        </p:txBody>
      </p:sp>
      <p:sp>
        <p:nvSpPr>
          <p:cNvPr id="4" name="Slide Number Placeholder 3">
            <a:extLst>
              <a:ext uri="{FF2B5EF4-FFF2-40B4-BE49-F238E27FC236}">
                <a16:creationId xmlns:a16="http://schemas.microsoft.com/office/drawing/2014/main" id="{381AC3E9-ADB0-D235-23B2-18D90DC188F2}"/>
              </a:ext>
            </a:extLst>
          </p:cNvPr>
          <p:cNvSpPr>
            <a:spLocks noGrp="1"/>
          </p:cNvSpPr>
          <p:nvPr>
            <p:ph type="sldNum" sz="quarter" idx="5"/>
          </p:nvPr>
        </p:nvSpPr>
        <p:spPr/>
        <p:txBody>
          <a:bodyPr/>
          <a:lstStyle/>
          <a:p>
            <a:fld id="{1817C494-4730-4793-9545-3295A53E60EF}" type="slidenum">
              <a:rPr lang="en-US" smtClean="0"/>
              <a:t>9</a:t>
            </a:fld>
            <a:endParaRPr lang="en-US"/>
          </a:p>
        </p:txBody>
      </p:sp>
    </p:spTree>
    <p:extLst>
      <p:ext uri="{BB962C8B-B14F-4D97-AF65-F5344CB8AC3E}">
        <p14:creationId xmlns:p14="http://schemas.microsoft.com/office/powerpoint/2010/main" val="4028675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7F23F-80C4-3E4F-508F-3BF079CF1C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BC86D0-8866-FEF6-EF96-E19F7F6FBE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D830C6-2FDB-FB90-404D-4042FFF90515}"/>
              </a:ext>
            </a:extLst>
          </p:cNvPr>
          <p:cNvSpPr>
            <a:spLocks noGrp="1"/>
          </p:cNvSpPr>
          <p:nvPr>
            <p:ph type="dt" sz="half" idx="10"/>
          </p:nvPr>
        </p:nvSpPr>
        <p:spPr/>
        <p:txBody>
          <a:bodyPr/>
          <a:lstStyle/>
          <a:p>
            <a:fld id="{81A60997-56DF-44FB-997C-8C3755B6F122}" type="datetimeFigureOut">
              <a:rPr lang="en-US" smtClean="0"/>
              <a:t>4/24/2026</a:t>
            </a:fld>
            <a:endParaRPr lang="en-US"/>
          </a:p>
        </p:txBody>
      </p:sp>
      <p:sp>
        <p:nvSpPr>
          <p:cNvPr id="5" name="Footer Placeholder 4">
            <a:extLst>
              <a:ext uri="{FF2B5EF4-FFF2-40B4-BE49-F238E27FC236}">
                <a16:creationId xmlns:a16="http://schemas.microsoft.com/office/drawing/2014/main" id="{64927769-D473-5A03-B077-15FC046D38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AB9946-AA93-4AFC-8295-A7B50DDD97CF}"/>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1500829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38F6B-64A5-985D-ABDF-A3E6F625D3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CD547E-BA31-AEE9-0845-483C3D3760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E4B5A4-BEDE-B9D2-6C76-1A922041F15E}"/>
              </a:ext>
            </a:extLst>
          </p:cNvPr>
          <p:cNvSpPr>
            <a:spLocks noGrp="1"/>
          </p:cNvSpPr>
          <p:nvPr>
            <p:ph type="dt" sz="half" idx="10"/>
          </p:nvPr>
        </p:nvSpPr>
        <p:spPr/>
        <p:txBody>
          <a:bodyPr/>
          <a:lstStyle/>
          <a:p>
            <a:fld id="{81A60997-56DF-44FB-997C-8C3755B6F122}" type="datetimeFigureOut">
              <a:rPr lang="en-US" smtClean="0"/>
              <a:t>4/24/2026</a:t>
            </a:fld>
            <a:endParaRPr lang="en-US"/>
          </a:p>
        </p:txBody>
      </p:sp>
      <p:sp>
        <p:nvSpPr>
          <p:cNvPr id="5" name="Footer Placeholder 4">
            <a:extLst>
              <a:ext uri="{FF2B5EF4-FFF2-40B4-BE49-F238E27FC236}">
                <a16:creationId xmlns:a16="http://schemas.microsoft.com/office/drawing/2014/main" id="{7FC8FFE9-57BB-A63D-AB15-09D7504AB3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1099A-78E4-A012-8DA9-43E02F718188}"/>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345453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7AE66-EDF4-DBCA-E1DA-8C41CFDEEA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1DD991-EA82-A415-F107-E4FAA2BA5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A382FC-C118-8B1C-460D-B1B7B78B9A1C}"/>
              </a:ext>
            </a:extLst>
          </p:cNvPr>
          <p:cNvSpPr>
            <a:spLocks noGrp="1"/>
          </p:cNvSpPr>
          <p:nvPr>
            <p:ph type="dt" sz="half" idx="10"/>
          </p:nvPr>
        </p:nvSpPr>
        <p:spPr/>
        <p:txBody>
          <a:bodyPr/>
          <a:lstStyle/>
          <a:p>
            <a:fld id="{81A60997-56DF-44FB-997C-8C3755B6F122}" type="datetimeFigureOut">
              <a:rPr lang="en-US" smtClean="0"/>
              <a:t>4/24/2026</a:t>
            </a:fld>
            <a:endParaRPr lang="en-US"/>
          </a:p>
        </p:txBody>
      </p:sp>
      <p:sp>
        <p:nvSpPr>
          <p:cNvPr id="5" name="Footer Placeholder 4">
            <a:extLst>
              <a:ext uri="{FF2B5EF4-FFF2-40B4-BE49-F238E27FC236}">
                <a16:creationId xmlns:a16="http://schemas.microsoft.com/office/drawing/2014/main" id="{5D5207E6-9349-154E-B0EC-559038FF8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B985F1-4FD8-029F-D470-14C53C2F3424}"/>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1366741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CCE30-2138-9A76-5053-DA25E115D0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A6706B-5D41-80F8-5448-1C5ABE39E0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62CFD2-5B33-83C0-A3C2-97553F7E86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2C7D35-AF68-C828-AA8F-C1A117729925}"/>
              </a:ext>
            </a:extLst>
          </p:cNvPr>
          <p:cNvSpPr>
            <a:spLocks noGrp="1"/>
          </p:cNvSpPr>
          <p:nvPr>
            <p:ph type="dt" sz="half" idx="10"/>
          </p:nvPr>
        </p:nvSpPr>
        <p:spPr/>
        <p:txBody>
          <a:bodyPr/>
          <a:lstStyle/>
          <a:p>
            <a:fld id="{81A60997-56DF-44FB-997C-8C3755B6F122}" type="datetimeFigureOut">
              <a:rPr lang="en-US" smtClean="0"/>
              <a:t>4/24/2026</a:t>
            </a:fld>
            <a:endParaRPr lang="en-US"/>
          </a:p>
        </p:txBody>
      </p:sp>
      <p:sp>
        <p:nvSpPr>
          <p:cNvPr id="6" name="Footer Placeholder 5">
            <a:extLst>
              <a:ext uri="{FF2B5EF4-FFF2-40B4-BE49-F238E27FC236}">
                <a16:creationId xmlns:a16="http://schemas.microsoft.com/office/drawing/2014/main" id="{EC1076E8-E6AC-5B20-888A-C68311BFBC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61ACA4-49F3-E8E0-B6BF-19E5AAD748C2}"/>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2666224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8CFFB-02E4-2AD8-923D-421E9F2834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10196A-5EAB-018E-B8C1-16F7F60992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E65258-1C49-128D-1F6A-186838EB19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38261C-D2B2-C3E9-68F4-BA445DBA3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89C00-17DE-196A-6BD1-4884C10E45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90F2B5-E3B8-3D61-175B-2ACC891A6389}"/>
              </a:ext>
            </a:extLst>
          </p:cNvPr>
          <p:cNvSpPr>
            <a:spLocks noGrp="1"/>
          </p:cNvSpPr>
          <p:nvPr>
            <p:ph type="dt" sz="half" idx="10"/>
          </p:nvPr>
        </p:nvSpPr>
        <p:spPr/>
        <p:txBody>
          <a:bodyPr/>
          <a:lstStyle/>
          <a:p>
            <a:fld id="{81A60997-56DF-44FB-997C-8C3755B6F122}" type="datetimeFigureOut">
              <a:rPr lang="en-US" smtClean="0"/>
              <a:t>4/24/2026</a:t>
            </a:fld>
            <a:endParaRPr lang="en-US"/>
          </a:p>
        </p:txBody>
      </p:sp>
      <p:sp>
        <p:nvSpPr>
          <p:cNvPr id="8" name="Footer Placeholder 7">
            <a:extLst>
              <a:ext uri="{FF2B5EF4-FFF2-40B4-BE49-F238E27FC236}">
                <a16:creationId xmlns:a16="http://schemas.microsoft.com/office/drawing/2014/main" id="{9320544E-DCA6-61B3-23FF-784C8F3D04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4C32B8-F596-B88B-08BC-DCDCFD562AFD}"/>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4078383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492D1-9D10-F26A-0BBC-53F8DF0E3A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079D55-778D-F82F-6476-E7FA9AE57C58}"/>
              </a:ext>
            </a:extLst>
          </p:cNvPr>
          <p:cNvSpPr>
            <a:spLocks noGrp="1"/>
          </p:cNvSpPr>
          <p:nvPr>
            <p:ph type="dt" sz="half" idx="10"/>
          </p:nvPr>
        </p:nvSpPr>
        <p:spPr/>
        <p:txBody>
          <a:bodyPr/>
          <a:lstStyle/>
          <a:p>
            <a:fld id="{81A60997-56DF-44FB-997C-8C3755B6F122}" type="datetimeFigureOut">
              <a:rPr lang="en-US" smtClean="0"/>
              <a:t>4/24/2026</a:t>
            </a:fld>
            <a:endParaRPr lang="en-US"/>
          </a:p>
        </p:txBody>
      </p:sp>
      <p:sp>
        <p:nvSpPr>
          <p:cNvPr id="4" name="Footer Placeholder 3">
            <a:extLst>
              <a:ext uri="{FF2B5EF4-FFF2-40B4-BE49-F238E27FC236}">
                <a16:creationId xmlns:a16="http://schemas.microsoft.com/office/drawing/2014/main" id="{3B582FDB-C8C8-0FC1-4E1D-0078C6D223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786EB3-6CC4-C529-5866-0FBE55E37503}"/>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948013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E9A830-AFFB-8AE8-9620-69D397142E74}"/>
              </a:ext>
            </a:extLst>
          </p:cNvPr>
          <p:cNvSpPr>
            <a:spLocks noGrp="1"/>
          </p:cNvSpPr>
          <p:nvPr>
            <p:ph type="dt" sz="half" idx="10"/>
          </p:nvPr>
        </p:nvSpPr>
        <p:spPr/>
        <p:txBody>
          <a:bodyPr/>
          <a:lstStyle/>
          <a:p>
            <a:fld id="{81A60997-56DF-44FB-997C-8C3755B6F122}" type="datetimeFigureOut">
              <a:rPr lang="en-US" smtClean="0"/>
              <a:t>4/24/2026</a:t>
            </a:fld>
            <a:endParaRPr lang="en-US"/>
          </a:p>
        </p:txBody>
      </p:sp>
      <p:sp>
        <p:nvSpPr>
          <p:cNvPr id="3" name="Footer Placeholder 2">
            <a:extLst>
              <a:ext uri="{FF2B5EF4-FFF2-40B4-BE49-F238E27FC236}">
                <a16:creationId xmlns:a16="http://schemas.microsoft.com/office/drawing/2014/main" id="{83A5B7C2-9A92-B44E-893E-9529C6ADB0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31B5E1-2B8A-3404-4FC2-68A8575E3A70}"/>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337815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3C967-81A4-0B8C-9DC2-89F79085F4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06DCE9-0C5C-9389-B3B6-3BDAE06919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57A989-D45E-2B7A-750B-FA722D98B5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462A47-4ECB-0173-F8DF-E5838031FF0A}"/>
              </a:ext>
            </a:extLst>
          </p:cNvPr>
          <p:cNvSpPr>
            <a:spLocks noGrp="1"/>
          </p:cNvSpPr>
          <p:nvPr>
            <p:ph type="dt" sz="half" idx="10"/>
          </p:nvPr>
        </p:nvSpPr>
        <p:spPr/>
        <p:txBody>
          <a:bodyPr/>
          <a:lstStyle/>
          <a:p>
            <a:fld id="{81A60997-56DF-44FB-997C-8C3755B6F122}" type="datetimeFigureOut">
              <a:rPr lang="en-US" smtClean="0"/>
              <a:t>4/24/2026</a:t>
            </a:fld>
            <a:endParaRPr lang="en-US"/>
          </a:p>
        </p:txBody>
      </p:sp>
      <p:sp>
        <p:nvSpPr>
          <p:cNvPr id="6" name="Footer Placeholder 5">
            <a:extLst>
              <a:ext uri="{FF2B5EF4-FFF2-40B4-BE49-F238E27FC236}">
                <a16:creationId xmlns:a16="http://schemas.microsoft.com/office/drawing/2014/main" id="{419F1556-FE40-4F04-F4DA-5DFC799B5B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99BCBE-AE5A-CC77-3B87-D4BEE42E5BE9}"/>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2083333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1403D-4F1C-0518-EC7F-B72FE9048A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739C96-0245-9E9C-A56F-EC1F15A7BC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C01562-6A64-BFD7-700E-4F174B952B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EC31CF-B71B-76A2-A7DD-FB31CB759F7B}"/>
              </a:ext>
            </a:extLst>
          </p:cNvPr>
          <p:cNvSpPr>
            <a:spLocks noGrp="1"/>
          </p:cNvSpPr>
          <p:nvPr>
            <p:ph type="dt" sz="half" idx="10"/>
          </p:nvPr>
        </p:nvSpPr>
        <p:spPr/>
        <p:txBody>
          <a:bodyPr/>
          <a:lstStyle/>
          <a:p>
            <a:fld id="{81A60997-56DF-44FB-997C-8C3755B6F122}" type="datetimeFigureOut">
              <a:rPr lang="en-US" smtClean="0"/>
              <a:t>4/24/2026</a:t>
            </a:fld>
            <a:endParaRPr lang="en-US"/>
          </a:p>
        </p:txBody>
      </p:sp>
      <p:sp>
        <p:nvSpPr>
          <p:cNvPr id="6" name="Footer Placeholder 5">
            <a:extLst>
              <a:ext uri="{FF2B5EF4-FFF2-40B4-BE49-F238E27FC236}">
                <a16:creationId xmlns:a16="http://schemas.microsoft.com/office/drawing/2014/main" id="{4C500162-91A8-9FAC-683F-4B37B56505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2115B4-F891-28AD-8996-A8E610070A3C}"/>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3170598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98F59-F356-8D66-59DF-A420C32517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1655B0-A7AF-ED90-2B48-C9AC0F4D63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A5150-4B7C-6BCF-94FA-F0B5953AD0C6}"/>
              </a:ext>
            </a:extLst>
          </p:cNvPr>
          <p:cNvSpPr>
            <a:spLocks noGrp="1"/>
          </p:cNvSpPr>
          <p:nvPr>
            <p:ph type="dt" sz="half" idx="10"/>
          </p:nvPr>
        </p:nvSpPr>
        <p:spPr/>
        <p:txBody>
          <a:bodyPr/>
          <a:lstStyle/>
          <a:p>
            <a:fld id="{81A60997-56DF-44FB-997C-8C3755B6F122}" type="datetimeFigureOut">
              <a:rPr lang="en-US" smtClean="0"/>
              <a:t>4/24/2026</a:t>
            </a:fld>
            <a:endParaRPr lang="en-US"/>
          </a:p>
        </p:txBody>
      </p:sp>
      <p:sp>
        <p:nvSpPr>
          <p:cNvPr id="5" name="Footer Placeholder 4">
            <a:extLst>
              <a:ext uri="{FF2B5EF4-FFF2-40B4-BE49-F238E27FC236}">
                <a16:creationId xmlns:a16="http://schemas.microsoft.com/office/drawing/2014/main" id="{B870CDC2-1713-67AD-6880-3C4F1EC92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5D881-AF46-EBF4-90BF-BAC2ED04C3D9}"/>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1948760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82FA39-262E-2305-92F6-175B19A3A7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AB7A8D-6EFA-9318-F315-956CE47015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653D6-112F-A2AE-F3C3-8FCE5F895FE4}"/>
              </a:ext>
            </a:extLst>
          </p:cNvPr>
          <p:cNvSpPr>
            <a:spLocks noGrp="1"/>
          </p:cNvSpPr>
          <p:nvPr>
            <p:ph type="dt" sz="half" idx="10"/>
          </p:nvPr>
        </p:nvSpPr>
        <p:spPr/>
        <p:txBody>
          <a:bodyPr/>
          <a:lstStyle/>
          <a:p>
            <a:fld id="{81A60997-56DF-44FB-997C-8C3755B6F122}" type="datetimeFigureOut">
              <a:rPr lang="en-US" smtClean="0"/>
              <a:t>4/24/2026</a:t>
            </a:fld>
            <a:endParaRPr lang="en-US"/>
          </a:p>
        </p:txBody>
      </p:sp>
      <p:sp>
        <p:nvSpPr>
          <p:cNvPr id="5" name="Footer Placeholder 4">
            <a:extLst>
              <a:ext uri="{FF2B5EF4-FFF2-40B4-BE49-F238E27FC236}">
                <a16:creationId xmlns:a16="http://schemas.microsoft.com/office/drawing/2014/main" id="{20899E7D-1195-024B-493E-8E7BE7A7E8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515CBC-D38B-AE94-2104-F6B1D25F0FC6}"/>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239005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5A3AA3-1E5A-3FA9-3A8D-9AF9688EF6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AEF705-44E2-072C-0E44-D2B2B59754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398E0C-B897-EFE0-DE8D-A9947E56E4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A60997-56DF-44FB-997C-8C3755B6F122}" type="datetimeFigureOut">
              <a:rPr lang="en-US" smtClean="0"/>
              <a:t>4/24/2026</a:t>
            </a:fld>
            <a:endParaRPr lang="en-US"/>
          </a:p>
        </p:txBody>
      </p:sp>
      <p:sp>
        <p:nvSpPr>
          <p:cNvPr id="5" name="Footer Placeholder 4">
            <a:extLst>
              <a:ext uri="{FF2B5EF4-FFF2-40B4-BE49-F238E27FC236}">
                <a16:creationId xmlns:a16="http://schemas.microsoft.com/office/drawing/2014/main" id="{384CE78E-2305-1064-1FB0-9C5E6D37C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AE4EC6-48C5-A055-B9A6-231AF9DD29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6E74F9-D56D-4DC6-98E9-C4C8A8ABEFBC}" type="slidenum">
              <a:rPr lang="en-US" smtClean="0"/>
              <a:t>‹#›</a:t>
            </a:fld>
            <a:endParaRPr lang="en-US"/>
          </a:p>
        </p:txBody>
      </p:sp>
    </p:spTree>
    <p:extLst>
      <p:ext uri="{BB962C8B-B14F-4D97-AF65-F5344CB8AC3E}">
        <p14:creationId xmlns:p14="http://schemas.microsoft.com/office/powerpoint/2010/main" val="1025191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02E56-ED01-023C-6D7C-50A0797EDC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918F1A-170B-F583-8B2D-6DC7D374D95F}"/>
              </a:ext>
            </a:extLst>
          </p:cNvPr>
          <p:cNvSpPr txBox="1"/>
          <p:nvPr/>
        </p:nvSpPr>
        <p:spPr>
          <a:xfrm>
            <a:off x="2114938" y="2295330"/>
            <a:ext cx="8826760" cy="707886"/>
          </a:xfrm>
          <a:prstGeom prst="rect">
            <a:avLst/>
          </a:prstGeom>
          <a:noFill/>
        </p:spPr>
        <p:txBody>
          <a:bodyPr wrap="square" rtlCol="0">
            <a:spAutoFit/>
          </a:bodyPr>
          <a:lstStyle/>
          <a:p>
            <a:r>
              <a:rPr lang="en-US" sz="4000" dirty="0">
                <a:latin typeface="Segoe UI Semibold" panose="020B0702040204020203" pitchFamily="34" charset="0"/>
                <a:cs typeface="Segoe UI Semibold" panose="020B0702040204020203" pitchFamily="34" charset="0"/>
              </a:rPr>
              <a:t>Part 2. Annotation Workflow</a:t>
            </a:r>
          </a:p>
        </p:txBody>
      </p:sp>
    </p:spTree>
    <p:extLst>
      <p:ext uri="{BB962C8B-B14F-4D97-AF65-F5344CB8AC3E}">
        <p14:creationId xmlns:p14="http://schemas.microsoft.com/office/powerpoint/2010/main" val="1049761198"/>
      </p:ext>
    </p:extLst>
  </p:cSld>
  <p:clrMapOvr>
    <a:masterClrMapping/>
  </p:clrMapOvr>
  <mc:AlternateContent xmlns:mc="http://schemas.openxmlformats.org/markup-compatibility/2006" xmlns:p14="http://schemas.microsoft.com/office/powerpoint/2010/main">
    <mc:Choice Requires="p14">
      <p:transition spd="slow" p14:dur="2000" advTm="363971"/>
    </mc:Choice>
    <mc:Fallback xmlns="">
      <p:transition spd="slow" advTm="36397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8F86A-13D3-0C50-B8C3-2936A36292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B9305F-75B6-67FF-68CB-E43269084F66}"/>
              </a:ext>
            </a:extLst>
          </p:cNvPr>
          <p:cNvSpPr txBox="1"/>
          <p:nvPr/>
        </p:nvSpPr>
        <p:spPr>
          <a:xfrm>
            <a:off x="462337" y="186265"/>
            <a:ext cx="11630346" cy="6389763"/>
          </a:xfrm>
          <a:prstGeom prst="rect">
            <a:avLst/>
          </a:prstGeom>
          <a:noFill/>
        </p:spPr>
        <p:txBody>
          <a:bodyPr wrap="square">
            <a:spAutoFit/>
          </a:bodyPr>
          <a:lstStyle/>
          <a:p>
            <a:pPr>
              <a:spcAft>
                <a:spcPts val="1800"/>
              </a:spcAft>
              <a:buNone/>
            </a:pPr>
            <a:r>
              <a:rPr lang="en-US" sz="2400" b="1" kern="100" dirty="0">
                <a:effectLst/>
                <a:latin typeface="Segoe UI" panose="020B0502040204020203" pitchFamily="34" charset="0"/>
                <a:ea typeface="Yu Mincho" panose="02020400000000000000" pitchFamily="18" charset="-128"/>
                <a:cs typeface="Segoe UI" panose="020B0502040204020203" pitchFamily="34" charset="0"/>
              </a:rPr>
              <a:t>Stage 1. Personal Information &amp; Survey Questionnaires</a:t>
            </a:r>
            <a:endParaRPr lang="en-US" sz="2000" kern="100" dirty="0">
              <a:effectLst/>
              <a:latin typeface="Segoe UI" panose="020B0502040204020203" pitchFamily="34" charset="0"/>
              <a:ea typeface="Yu Mincho" panose="02020400000000000000" pitchFamily="18" charset="-128"/>
              <a:cs typeface="Segoe UI" panose="020B0502040204020203" pitchFamily="34" charset="0"/>
            </a:endParaRPr>
          </a:p>
          <a:p>
            <a:pPr>
              <a:lnSpc>
                <a:spcPct val="107000"/>
              </a:lnSpc>
              <a:spcAft>
                <a:spcPts val="800"/>
              </a:spcAft>
              <a:buNone/>
            </a:pPr>
            <a:r>
              <a:rPr lang="en-US" sz="1800" kern="100" dirty="0">
                <a:effectLst/>
                <a:latin typeface="Segoe UI" panose="020B0502040204020203" pitchFamily="34" charset="0"/>
                <a:ea typeface="Yu Mincho" panose="02020400000000000000" pitchFamily="18" charset="-128"/>
                <a:cs typeface="Segoe UI" panose="020B0502040204020203" pitchFamily="34" charset="0"/>
              </a:rPr>
              <a:t>Once you enter the annotation platform, </a:t>
            </a:r>
            <a:r>
              <a:rPr lang="en-US" sz="1800" kern="100" dirty="0">
                <a:effectLst/>
                <a:latin typeface="Segoe UI" panose="020B0502040204020203" pitchFamily="34" charset="0"/>
                <a:ea typeface="DengXian" panose="02010600030101010101" pitchFamily="2" charset="-122"/>
                <a:cs typeface="Segoe UI" panose="020B0502040204020203" pitchFamily="34" charset="0"/>
              </a:rPr>
              <a:t>please set up your information:</a:t>
            </a:r>
            <a:endParaRPr lang="en-US" sz="1600" kern="100" dirty="0">
              <a:effectLst/>
              <a:latin typeface="Segoe UI" panose="020B0502040204020203" pitchFamily="34" charset="0"/>
              <a:ea typeface="Yu Mincho" panose="02020400000000000000" pitchFamily="18" charset="-128"/>
              <a:cs typeface="Segoe UI" panose="020B0502040204020203" pitchFamily="34" charset="0"/>
            </a:endParaRPr>
          </a:p>
          <a:p>
            <a:pPr marL="800100" lvl="1" indent="-342900">
              <a:spcAft>
                <a:spcPts val="600"/>
              </a:spcAft>
              <a:buFont typeface="Symbol" panose="05050102010706020507" pitchFamily="18" charset="2"/>
              <a:buChar char=""/>
            </a:pPr>
            <a:r>
              <a:rPr lang="en-US" b="1" kern="100" dirty="0">
                <a:effectLst/>
                <a:latin typeface="Segoe UI" panose="020B0502040204020203" pitchFamily="34" charset="0"/>
                <a:ea typeface="Yu Mincho" panose="02020400000000000000" pitchFamily="18" charset="-128"/>
                <a:cs typeface="Segoe UI" panose="020B0502040204020203" pitchFamily="34" charset="0"/>
              </a:rPr>
              <a:t>Username</a:t>
            </a:r>
            <a:endParaRPr lang="en-US" sz="1600" kern="100" dirty="0">
              <a:effectLst/>
              <a:latin typeface="Segoe UI" panose="020B0502040204020203" pitchFamily="34" charset="0"/>
              <a:ea typeface="Yu Mincho" panose="02020400000000000000" pitchFamily="18" charset="-128"/>
              <a:cs typeface="Segoe UI" panose="020B0502040204020203" pitchFamily="34" charset="0"/>
            </a:endParaRPr>
          </a:p>
          <a:p>
            <a:pPr marL="800100" lvl="1" indent="-342900">
              <a:spcAft>
                <a:spcPts val="600"/>
              </a:spcAft>
              <a:buFont typeface="Symbol" panose="05050102010706020507" pitchFamily="18" charset="2"/>
              <a:buChar char=""/>
            </a:pPr>
            <a:r>
              <a:rPr lang="en-US" b="1" kern="100" dirty="0">
                <a:effectLst/>
                <a:latin typeface="Segoe UI" panose="020B0502040204020203" pitchFamily="34" charset="0"/>
                <a:ea typeface="Yu Mincho" panose="02020400000000000000" pitchFamily="18" charset="-128"/>
                <a:cs typeface="Segoe UI" panose="020B0502040204020203" pitchFamily="34" charset="0"/>
              </a:rPr>
              <a:t>Nationality</a:t>
            </a:r>
            <a:endParaRPr lang="en-US" sz="1600" kern="100" dirty="0">
              <a:effectLst/>
              <a:latin typeface="Segoe UI" panose="020B0502040204020203" pitchFamily="34" charset="0"/>
              <a:ea typeface="Yu Mincho" panose="02020400000000000000" pitchFamily="18" charset="-128"/>
              <a:cs typeface="Segoe UI" panose="020B0502040204020203" pitchFamily="34" charset="0"/>
            </a:endParaRPr>
          </a:p>
          <a:p>
            <a:pPr marL="800100" lvl="1" indent="-342900">
              <a:spcAft>
                <a:spcPts val="600"/>
              </a:spcAft>
              <a:buFont typeface="Symbol" panose="05050102010706020507" pitchFamily="18" charset="2"/>
              <a:buChar char=""/>
            </a:pPr>
            <a:r>
              <a:rPr lang="en-US" b="1" kern="100" dirty="0">
                <a:effectLst/>
                <a:latin typeface="Segoe UI" panose="020B0502040204020203" pitchFamily="34" charset="0"/>
                <a:ea typeface="Yu Mincho" panose="02020400000000000000" pitchFamily="18" charset="-128"/>
                <a:cs typeface="Segoe UI" panose="020B0502040204020203" pitchFamily="34" charset="0"/>
              </a:rPr>
              <a:t>Language</a:t>
            </a:r>
            <a:r>
              <a:rPr lang="en-US" kern="100" dirty="0">
                <a:effectLst/>
                <a:latin typeface="Segoe UI" panose="020B0502040204020203" pitchFamily="34" charset="0"/>
                <a:ea typeface="Yu Mincho" panose="02020400000000000000" pitchFamily="18" charset="-128"/>
                <a:cs typeface="Segoe UI" panose="020B0502040204020203" pitchFamily="34" charset="0"/>
              </a:rPr>
              <a:t> (to ensure annotation quality, annotators are recommended to choose their native language).</a:t>
            </a:r>
            <a:endParaRPr lang="en-US" sz="1600" kern="100" dirty="0">
              <a:effectLst/>
              <a:latin typeface="Segoe UI" panose="020B0502040204020203" pitchFamily="34" charset="0"/>
              <a:ea typeface="Yu Mincho" panose="02020400000000000000" pitchFamily="18" charset="-128"/>
              <a:cs typeface="Segoe UI" panose="020B0502040204020203" pitchFamily="34" charset="0"/>
            </a:endParaRPr>
          </a:p>
          <a:p>
            <a:pPr>
              <a:spcBef>
                <a:spcPts val="600"/>
              </a:spcBef>
              <a:spcAft>
                <a:spcPts val="600"/>
              </a:spcAft>
              <a:buNone/>
            </a:pPr>
            <a:r>
              <a:rPr lang="en-US" sz="1800" kern="100" dirty="0">
                <a:effectLst/>
                <a:latin typeface="Segoe UI" panose="020B0502040204020203" pitchFamily="34" charset="0"/>
                <a:ea typeface="DengXian" panose="02010600030101010101" pitchFamily="2" charset="-122"/>
                <a:cs typeface="Segoe UI" panose="020B0502040204020203" pitchFamily="34" charset="0"/>
              </a:rPr>
              <a:t>Then, complete</a:t>
            </a:r>
            <a:r>
              <a:rPr lang="en-US" sz="1800" b="1" kern="100" dirty="0">
                <a:solidFill>
                  <a:srgbClr val="EE0000"/>
                </a:solidFill>
                <a:effectLst/>
                <a:latin typeface="Segoe UI" panose="020B0502040204020203" pitchFamily="34" charset="0"/>
                <a:ea typeface="DengXian" panose="02010600030101010101" pitchFamily="2" charset="-122"/>
                <a:cs typeface="Segoe UI" panose="020B0502040204020203" pitchFamily="34" charset="0"/>
              </a:rPr>
              <a:t> </a:t>
            </a:r>
            <a:r>
              <a:rPr lang="en-US" sz="1800" kern="100" dirty="0">
                <a:effectLst/>
                <a:latin typeface="Segoe UI" panose="020B0502040204020203" pitchFamily="34" charset="0"/>
                <a:ea typeface="DengXian" panose="02010600030101010101" pitchFamily="2" charset="-122"/>
                <a:cs typeface="Segoe UI" panose="020B0502040204020203" pitchFamily="34" charset="0"/>
              </a:rPr>
              <a:t>t</a:t>
            </a:r>
            <a:r>
              <a:rPr lang="en-US" sz="1800" kern="100" dirty="0">
                <a:effectLst/>
                <a:latin typeface="Segoe UI" panose="020B0502040204020203" pitchFamily="34" charset="0"/>
                <a:ea typeface="Yu Mincho" panose="02020400000000000000" pitchFamily="18" charset="-128"/>
                <a:cs typeface="Segoe UI" panose="020B0502040204020203" pitchFamily="34" charset="0"/>
              </a:rPr>
              <a:t>hree survey questionnaires:</a:t>
            </a:r>
            <a:endParaRPr lang="en-US" sz="1600" kern="100" dirty="0">
              <a:effectLst/>
              <a:latin typeface="Segoe UI" panose="020B0502040204020203" pitchFamily="34" charset="0"/>
              <a:ea typeface="Yu Mincho" panose="02020400000000000000" pitchFamily="18" charset="-128"/>
              <a:cs typeface="Segoe UI" panose="020B0502040204020203" pitchFamily="34" charset="0"/>
            </a:endParaRPr>
          </a:p>
          <a:p>
            <a:pPr marL="800100" lvl="1" indent="-342900">
              <a:lnSpc>
                <a:spcPct val="106000"/>
              </a:lnSpc>
              <a:spcAft>
                <a:spcPts val="600"/>
              </a:spcAft>
              <a:buFont typeface="Symbol" panose="05050102010706020507" pitchFamily="18" charset="2"/>
              <a:buChar char=""/>
            </a:pPr>
            <a:r>
              <a:rPr lang="en-US" b="1" kern="100" dirty="0">
                <a:latin typeface="Segoe UI" panose="020B0502040204020203" pitchFamily="34" charset="0"/>
                <a:ea typeface="Yu Mincho" panose="02020400000000000000" pitchFamily="18" charset="-128"/>
                <a:cs typeface="Segoe UI" panose="020B0502040204020203" pitchFamily="34" charset="0"/>
              </a:rPr>
              <a:t>1. Annotator Basic Information Survey</a:t>
            </a:r>
          </a:p>
          <a:p>
            <a:pPr marL="800100" lvl="1" indent="-342900">
              <a:lnSpc>
                <a:spcPct val="106000"/>
              </a:lnSpc>
              <a:spcAft>
                <a:spcPts val="600"/>
              </a:spcAft>
              <a:buFont typeface="Symbol" panose="05050102010706020507" pitchFamily="18" charset="2"/>
              <a:buChar char=""/>
            </a:pPr>
            <a:r>
              <a:rPr lang="en-US" b="1" kern="100" dirty="0">
                <a:latin typeface="Segoe UI" panose="020B0502040204020203" pitchFamily="34" charset="0"/>
                <a:ea typeface="Yu Mincho" panose="02020400000000000000" pitchFamily="18" charset="-128"/>
                <a:cs typeface="Segoe UI" panose="020B0502040204020203" pitchFamily="34" charset="0"/>
              </a:rPr>
              <a:t>2. Schwartz Values Survey</a:t>
            </a:r>
          </a:p>
          <a:p>
            <a:pPr marL="800100" lvl="1" indent="-342900">
              <a:lnSpc>
                <a:spcPct val="106000"/>
              </a:lnSpc>
              <a:spcAft>
                <a:spcPts val="600"/>
              </a:spcAft>
              <a:buFont typeface="Symbol" panose="05050102010706020507" pitchFamily="18" charset="2"/>
              <a:buChar char=""/>
            </a:pPr>
            <a:r>
              <a:rPr lang="en-US" b="1" kern="100" dirty="0">
                <a:latin typeface="Segoe UI" panose="020B0502040204020203" pitchFamily="34" charset="0"/>
                <a:ea typeface="Yu Mincho" panose="02020400000000000000" pitchFamily="18" charset="-128"/>
                <a:cs typeface="Segoe UI" panose="020B0502040204020203" pitchFamily="34" charset="0"/>
              </a:rPr>
              <a:t>3. Cultural Values Survey</a:t>
            </a:r>
          </a:p>
          <a:p>
            <a:pPr>
              <a:lnSpc>
                <a:spcPct val="107000"/>
              </a:lnSpc>
              <a:spcAft>
                <a:spcPts val="800"/>
              </a:spcAft>
              <a:buNone/>
            </a:pPr>
            <a:r>
              <a:rPr lang="en-US" sz="1800" kern="100" dirty="0">
                <a:effectLst/>
                <a:latin typeface="Segoe UI" panose="020B0502040204020203" pitchFamily="34" charset="0"/>
                <a:ea typeface="Yu Mincho" panose="02020400000000000000" pitchFamily="18" charset="-128"/>
                <a:cs typeface="Segoe UI" panose="020B0502040204020203" pitchFamily="34" charset="0"/>
              </a:rPr>
              <a:t>The</a:t>
            </a:r>
            <a:r>
              <a:rPr lang="en-US" sz="1800" kern="100" dirty="0">
                <a:effectLst/>
                <a:latin typeface="Segoe UI" panose="020B0502040204020203" pitchFamily="34" charset="0"/>
                <a:ea typeface="DengXian" panose="02010600030101010101" pitchFamily="2" charset="-122"/>
                <a:cs typeface="Segoe UI" panose="020B0502040204020203" pitchFamily="34" charset="0"/>
              </a:rPr>
              <a:t>se</a:t>
            </a:r>
            <a:r>
              <a:rPr lang="en-US" sz="1800" kern="100" dirty="0">
                <a:effectLst/>
                <a:latin typeface="Segoe UI" panose="020B0502040204020203" pitchFamily="34" charset="0"/>
                <a:ea typeface="Yu Mincho" panose="02020400000000000000" pitchFamily="18" charset="-128"/>
                <a:cs typeface="Segoe UI" panose="020B0502040204020203" pitchFamily="34" charset="0"/>
              </a:rPr>
              <a:t> questionnaires include two types of questions: (1) rating-scale questions; (2) short descriptions of personal and cultural value preferences. </a:t>
            </a:r>
            <a:endParaRPr lang="en-US" sz="1600" kern="100" dirty="0">
              <a:effectLst/>
              <a:latin typeface="Segoe UI" panose="020B0502040204020203" pitchFamily="34" charset="0"/>
              <a:ea typeface="Yu Mincho" panose="02020400000000000000" pitchFamily="18" charset="-128"/>
              <a:cs typeface="Segoe UI" panose="020B0502040204020203" pitchFamily="34" charset="0"/>
            </a:endParaRPr>
          </a:p>
          <a:p>
            <a:pPr>
              <a:lnSpc>
                <a:spcPct val="107000"/>
              </a:lnSpc>
              <a:spcBef>
                <a:spcPts val="600"/>
              </a:spcBef>
              <a:spcAft>
                <a:spcPts val="600"/>
              </a:spcAft>
            </a:pPr>
            <a:r>
              <a:rPr lang="en-US" b="1" kern="100" dirty="0">
                <a:latin typeface="Segoe UI" panose="020B0502040204020203" pitchFamily="34" charset="0"/>
                <a:ea typeface="DengXian" panose="02010600030101010101" pitchFamily="2" charset="-122"/>
                <a:cs typeface="Segoe UI" panose="020B0502040204020203" pitchFamily="34" charset="0"/>
              </a:rPr>
              <a:t>Estimated time: 25-30 minutes.</a:t>
            </a:r>
            <a:endParaRPr lang="en-US" sz="1800" b="1" kern="100" dirty="0">
              <a:solidFill>
                <a:srgbClr val="EE0000"/>
              </a:solidFill>
              <a:effectLst/>
              <a:latin typeface="Segoe UI" panose="020B0502040204020203" pitchFamily="34" charset="0"/>
              <a:ea typeface="Yu Mincho" panose="02020400000000000000" pitchFamily="18" charset="-128"/>
              <a:cs typeface="Segoe UI" panose="020B0502040204020203" pitchFamily="34" charset="0"/>
            </a:endParaRPr>
          </a:p>
          <a:p>
            <a:pPr>
              <a:lnSpc>
                <a:spcPct val="107000"/>
              </a:lnSpc>
              <a:spcBef>
                <a:spcPts val="600"/>
              </a:spcBef>
              <a:spcAft>
                <a:spcPts val="600"/>
              </a:spcAft>
              <a:buNone/>
            </a:pPr>
            <a:r>
              <a:rPr lang="en-US" b="1" kern="100" dirty="0">
                <a:solidFill>
                  <a:srgbClr val="EE0000"/>
                </a:solidFill>
                <a:latin typeface="Segoe UI" panose="020B0502040204020203" pitchFamily="34" charset="0"/>
                <a:ea typeface="DengXian" panose="02010600030101010101" pitchFamily="2" charset="-122"/>
                <a:cs typeface="Segoe UI" panose="020B0502040204020203" pitchFamily="34" charset="0"/>
              </a:rPr>
              <a:t>Note: Make sure you use the exact same spelling of your username for all subsequent survey questionnaires and whenever you re-enter the annotation platform.</a:t>
            </a:r>
          </a:p>
          <a:p>
            <a:pPr>
              <a:lnSpc>
                <a:spcPct val="107000"/>
              </a:lnSpc>
              <a:spcBef>
                <a:spcPts val="600"/>
              </a:spcBef>
              <a:spcAft>
                <a:spcPts val="600"/>
              </a:spcAft>
              <a:buNone/>
            </a:pPr>
            <a:endParaRPr lang="en-US" kern="100" dirty="0">
              <a:latin typeface="Segoe UI" panose="020B0502040204020203" pitchFamily="34" charset="0"/>
              <a:ea typeface="DengXian" panose="02010600030101010101" pitchFamily="2" charset="-122"/>
              <a:cs typeface="Segoe UI" panose="020B0502040204020203" pitchFamily="34" charset="0"/>
            </a:endParaRPr>
          </a:p>
          <a:p>
            <a:pPr>
              <a:lnSpc>
                <a:spcPct val="107000"/>
              </a:lnSpc>
              <a:spcBef>
                <a:spcPts val="600"/>
              </a:spcBef>
              <a:spcAft>
                <a:spcPts val="6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After completing the questionnaires, click “Next” to enter the annotation page.</a:t>
            </a:r>
          </a:p>
        </p:txBody>
      </p:sp>
    </p:spTree>
    <p:extLst>
      <p:ext uri="{BB962C8B-B14F-4D97-AF65-F5344CB8AC3E}">
        <p14:creationId xmlns:p14="http://schemas.microsoft.com/office/powerpoint/2010/main" val="2111392572"/>
      </p:ext>
    </p:extLst>
  </p:cSld>
  <p:clrMapOvr>
    <a:masterClrMapping/>
  </p:clrMapOvr>
  <mc:AlternateContent xmlns:mc="http://schemas.openxmlformats.org/markup-compatibility/2006" xmlns:p14="http://schemas.microsoft.com/office/powerpoint/2010/main">
    <mc:Choice Requires="p14">
      <p:transition spd="slow" p14:dur="2000" advTm="69947"/>
    </mc:Choice>
    <mc:Fallback xmlns="">
      <p:transition spd="slow" advTm="6994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DA464-0F7B-660A-7133-91C78B095E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8856E2-6A75-9979-EA4C-730E46581AF3}"/>
              </a:ext>
            </a:extLst>
          </p:cNvPr>
          <p:cNvSpPr txBox="1"/>
          <p:nvPr/>
        </p:nvSpPr>
        <p:spPr>
          <a:xfrm>
            <a:off x="459356" y="201930"/>
            <a:ext cx="11732644" cy="458459"/>
          </a:xfrm>
          <a:prstGeom prst="rect">
            <a:avLst/>
          </a:prstGeom>
          <a:noFill/>
        </p:spPr>
        <p:txBody>
          <a:bodyPr wrap="square">
            <a:spAutoFit/>
          </a:bodyPr>
          <a:lstStyle/>
          <a:p>
            <a:pPr>
              <a:lnSpc>
                <a:spcPct val="107000"/>
              </a:lnSpc>
              <a:spcAft>
                <a:spcPts val="800"/>
              </a:spcAft>
              <a:buNone/>
            </a:pPr>
            <a:r>
              <a:rPr lang="en-US" sz="2400" b="1" kern="100" dirty="0">
                <a:effectLst/>
                <a:latin typeface="Segoe UI" panose="020B0502040204020203" pitchFamily="34" charset="0"/>
                <a:ea typeface="Yu Mincho" panose="02020400000000000000" pitchFamily="18" charset="-128"/>
                <a:cs typeface="Segoe UI" panose="020B0502040204020203" pitchFamily="34" charset="0"/>
              </a:rPr>
              <a:t>Stage 2. Value-Related Data Annotation (Core Task, 6 Steps, 10-15 per </a:t>
            </a:r>
            <a:r>
              <a:rPr lang="en-US" sz="2400" b="1" kern="100" dirty="0">
                <a:latin typeface="Segoe UI" panose="020B0502040204020203" pitchFamily="34" charset="0"/>
                <a:ea typeface="Yu Mincho" panose="02020400000000000000" pitchFamily="18" charset="-128"/>
                <a:cs typeface="Segoe UI" panose="020B0502040204020203" pitchFamily="34" charset="0"/>
              </a:rPr>
              <a:t>sample</a:t>
            </a:r>
            <a:r>
              <a:rPr lang="en-US" sz="2400" b="1" kern="100" dirty="0">
                <a:effectLst/>
                <a:latin typeface="Segoe UI" panose="020B0502040204020203" pitchFamily="34" charset="0"/>
                <a:ea typeface="Yu Mincho" panose="02020400000000000000" pitchFamily="18" charset="-128"/>
                <a:cs typeface="Segoe UI" panose="020B0502040204020203" pitchFamily="34" charset="0"/>
              </a:rPr>
              <a:t>)</a:t>
            </a:r>
            <a:endParaRPr lang="en-US" sz="2000" kern="100" dirty="0">
              <a:effectLst/>
              <a:latin typeface="Segoe UI" panose="020B0502040204020203" pitchFamily="34" charset="0"/>
              <a:ea typeface="Yu Mincho" panose="02020400000000000000" pitchFamily="18" charset="-128"/>
              <a:cs typeface="Segoe UI" panose="020B0502040204020203" pitchFamily="34" charset="0"/>
            </a:endParaRPr>
          </a:p>
        </p:txBody>
      </p:sp>
      <p:sp>
        <p:nvSpPr>
          <p:cNvPr id="5" name="TextBox 4">
            <a:extLst>
              <a:ext uri="{FF2B5EF4-FFF2-40B4-BE49-F238E27FC236}">
                <a16:creationId xmlns:a16="http://schemas.microsoft.com/office/drawing/2014/main" id="{B23AFD02-8CA4-3ACF-0B5A-0A983A8C9D51}"/>
              </a:ext>
            </a:extLst>
          </p:cNvPr>
          <p:cNvSpPr txBox="1"/>
          <p:nvPr/>
        </p:nvSpPr>
        <p:spPr>
          <a:xfrm>
            <a:off x="490041" y="1228209"/>
            <a:ext cx="10857111" cy="4136517"/>
          </a:xfrm>
          <a:prstGeom prst="rect">
            <a:avLst/>
          </a:prstGeom>
          <a:noFill/>
        </p:spPr>
        <p:txBody>
          <a:bodyPr wrap="square">
            <a:spAutoFit/>
          </a:bodyPr>
          <a:lstStyle/>
          <a:p>
            <a:pPr>
              <a:spcAft>
                <a:spcPts val="1200"/>
              </a:spcAft>
              <a:buNone/>
            </a:pPr>
            <a:r>
              <a:rPr lang="en-US" sz="2000" b="1" kern="100" dirty="0">
                <a:effectLst/>
                <a:latin typeface="Segoe UI" panose="020B0502040204020203" pitchFamily="34" charset="0"/>
                <a:ea typeface="Yu Mincho" panose="02020400000000000000" pitchFamily="18" charset="-128"/>
                <a:cs typeface="Segoe UI" panose="020B0502040204020203" pitchFamily="34" charset="0"/>
              </a:rPr>
              <a:t>Step 1. Select a topic to generate values-related questions</a:t>
            </a:r>
            <a:endParaRPr lang="en-US" sz="1800" kern="100" dirty="0">
              <a:effectLst/>
              <a:latin typeface="Segoe UI" panose="020B0502040204020203" pitchFamily="34" charset="0"/>
              <a:ea typeface="DengXian" panose="02010600030101010101" pitchFamily="2" charset="-122"/>
              <a:cs typeface="Segoe UI" panose="020B0502040204020203" pitchFamily="34" charset="0"/>
            </a:endParaRPr>
          </a:p>
          <a:p>
            <a:pPr>
              <a:lnSpc>
                <a:spcPct val="107000"/>
              </a:lnSpc>
              <a:spcAft>
                <a:spcPts val="800"/>
              </a:spcAft>
              <a:buNone/>
            </a:pPr>
            <a:r>
              <a:rPr lang="en-US" kern="100" dirty="0">
                <a:effectLst/>
                <a:latin typeface="Segoe UI" panose="020B0502040204020203" pitchFamily="34" charset="0"/>
                <a:ea typeface="DengXian" panose="02010600030101010101" pitchFamily="2" charset="-122"/>
                <a:cs typeface="Segoe UI" panose="020B0502040204020203" pitchFamily="34" charset="0"/>
              </a:rPr>
              <a:t>Please choose a Level-1 topic first then Level-2 subtopic.</a:t>
            </a:r>
            <a:endParaRPr lang="en-US" kern="100" dirty="0">
              <a:effectLst/>
              <a:latin typeface="Segoe UI" panose="020B0502040204020203" pitchFamily="34" charset="0"/>
              <a:ea typeface="Yu Mincho" panose="02020400000000000000" pitchFamily="18" charset="-128"/>
              <a:cs typeface="Segoe UI" panose="020B0502040204020203" pitchFamily="34" charset="0"/>
            </a:endParaRPr>
          </a:p>
          <a:p>
            <a:pPr>
              <a:lnSpc>
                <a:spcPct val="107000"/>
              </a:lnSpc>
              <a:spcAft>
                <a:spcPts val="800"/>
              </a:spcAft>
              <a:buNone/>
            </a:pPr>
            <a:endParaRPr lang="en-US" b="1" kern="100" dirty="0">
              <a:effectLst/>
              <a:latin typeface="Segoe UI" panose="020B0502040204020203" pitchFamily="34" charset="0"/>
              <a:ea typeface="DengXian" panose="02010600030101010101" pitchFamily="2" charset="-122"/>
              <a:cs typeface="Segoe UI" panose="020B0502040204020203" pitchFamily="34" charset="0"/>
            </a:endParaRPr>
          </a:p>
          <a:p>
            <a:pPr>
              <a:lnSpc>
                <a:spcPct val="107000"/>
              </a:lnSpc>
              <a:spcAft>
                <a:spcPts val="800"/>
              </a:spcAft>
              <a:buNone/>
            </a:pPr>
            <a:r>
              <a:rPr lang="en-US" b="1" kern="100" dirty="0">
                <a:effectLst/>
                <a:latin typeface="Segoe UI" panose="020B0502040204020203" pitchFamily="34" charset="0"/>
                <a:ea typeface="DengXian" panose="02010600030101010101" pitchFamily="2" charset="-122"/>
                <a:cs typeface="Segoe UI" panose="020B0502040204020203" pitchFamily="34" charset="0"/>
              </a:rPr>
              <a:t>Prioritize topics</a:t>
            </a:r>
            <a:r>
              <a:rPr lang="en-US" kern="100" dirty="0">
                <a:effectLst/>
                <a:latin typeface="Segoe UI" panose="020B0502040204020203" pitchFamily="34" charset="0"/>
                <a:ea typeface="DengXian" panose="02010600030101010101" pitchFamily="2" charset="-122"/>
                <a:cs typeface="Segoe UI" panose="020B0502040204020203" pitchFamily="34" charset="0"/>
              </a:rPr>
              <a:t> that:</a:t>
            </a:r>
            <a:endParaRPr lang="en-US" kern="100" dirty="0">
              <a:effectLst/>
              <a:latin typeface="Segoe UI" panose="020B0502040204020203" pitchFamily="34" charset="0"/>
              <a:ea typeface="Yu Mincho" panose="02020400000000000000" pitchFamily="18" charset="-128"/>
              <a:cs typeface="Segoe UI" panose="020B0502040204020203" pitchFamily="34" charset="0"/>
            </a:endParaRPr>
          </a:p>
          <a:p>
            <a:pPr marL="342900" lvl="0" indent="-342900">
              <a:spcAft>
                <a:spcPts val="600"/>
              </a:spcAft>
              <a:buFont typeface="+mj-lt"/>
              <a:buAutoNum type="arabicParenBoth"/>
            </a:pPr>
            <a:r>
              <a:rPr lang="en-US" kern="100" dirty="0">
                <a:effectLst/>
                <a:latin typeface="Segoe UI" panose="020B0502040204020203" pitchFamily="34" charset="0"/>
                <a:ea typeface="DengXian" panose="02010600030101010101" pitchFamily="2" charset="-122"/>
                <a:cs typeface="Segoe UI" panose="020B0502040204020203" pitchFamily="34" charset="0"/>
              </a:rPr>
              <a:t>Receive widespread attention and commonly appear in practical life in your culture.</a:t>
            </a:r>
            <a:endParaRPr lang="en-US" kern="100" dirty="0">
              <a:effectLst/>
              <a:latin typeface="Segoe UI" panose="020B0502040204020203" pitchFamily="34" charset="0"/>
              <a:ea typeface="Yu Mincho" panose="02020400000000000000" pitchFamily="18" charset="-128"/>
              <a:cs typeface="Segoe UI" panose="020B0502040204020203" pitchFamily="34" charset="0"/>
            </a:endParaRPr>
          </a:p>
          <a:p>
            <a:pPr marL="342900" lvl="0" indent="-342900">
              <a:spcAft>
                <a:spcPts val="600"/>
              </a:spcAft>
              <a:buFont typeface="+mj-lt"/>
              <a:buAutoNum type="arabicParenBoth"/>
            </a:pPr>
            <a:r>
              <a:rPr lang="en-US" kern="100" dirty="0">
                <a:effectLst/>
                <a:latin typeface="Segoe UI" panose="020B0502040204020203" pitchFamily="34" charset="0"/>
                <a:ea typeface="DengXian" panose="02010600030101010101" pitchFamily="2" charset="-122"/>
                <a:cs typeface="Segoe UI" panose="020B0502040204020203" pitchFamily="34" charset="0"/>
              </a:rPr>
              <a:t>Trigger discussion involving values, social norms or behavior principles.</a:t>
            </a:r>
            <a:endParaRPr lang="en-US" kern="100" dirty="0">
              <a:effectLst/>
              <a:latin typeface="Segoe UI" panose="020B0502040204020203" pitchFamily="34" charset="0"/>
              <a:ea typeface="Yu Mincho" panose="02020400000000000000" pitchFamily="18" charset="-128"/>
              <a:cs typeface="Segoe UI" panose="020B0502040204020203" pitchFamily="34" charset="0"/>
            </a:endParaRPr>
          </a:p>
          <a:p>
            <a:pPr marL="342900" lvl="0" indent="-342900">
              <a:spcAft>
                <a:spcPts val="600"/>
              </a:spcAft>
              <a:buFont typeface="+mj-lt"/>
              <a:buAutoNum type="arabicParenBoth"/>
            </a:pPr>
            <a:r>
              <a:rPr lang="en-US" kern="100" dirty="0">
                <a:effectLst/>
                <a:latin typeface="Segoe UI" panose="020B0502040204020203" pitchFamily="34" charset="0"/>
                <a:ea typeface="DengXian" panose="02010600030101010101" pitchFamily="2" charset="-122"/>
                <a:cs typeface="Segoe UI" panose="020B0502040204020203" pitchFamily="34" charset="0"/>
              </a:rPr>
              <a:t>Your culture shows features distinctive from other cultures</a:t>
            </a:r>
            <a:endParaRPr lang="en-US" kern="100" dirty="0">
              <a:effectLst/>
              <a:latin typeface="Segoe UI" panose="020B0502040204020203" pitchFamily="34" charset="0"/>
              <a:ea typeface="Yu Mincho" panose="02020400000000000000" pitchFamily="18" charset="-128"/>
              <a:cs typeface="Segoe UI" panose="020B0502040204020203" pitchFamily="34" charset="0"/>
            </a:endParaRPr>
          </a:p>
          <a:p>
            <a:pPr marL="342900" lvl="0" indent="-342900">
              <a:spcAft>
                <a:spcPts val="600"/>
              </a:spcAft>
              <a:buFont typeface="+mj-lt"/>
              <a:buAutoNum type="arabicParenBoth"/>
            </a:pPr>
            <a:r>
              <a:rPr lang="en-US" kern="100" dirty="0">
                <a:effectLst/>
                <a:latin typeface="Segoe UI" panose="020B0502040204020203" pitchFamily="34" charset="0"/>
                <a:ea typeface="DengXian" panose="02010600030101010101" pitchFamily="2" charset="-122"/>
                <a:cs typeface="Segoe UI" panose="020B0502040204020203" pitchFamily="34" charset="0"/>
              </a:rPr>
              <a:t>You are familiar with the values of your culture under this topic.</a:t>
            </a:r>
            <a:endParaRPr lang="en-US" kern="100" dirty="0">
              <a:effectLst/>
              <a:latin typeface="Segoe UI" panose="020B0502040204020203" pitchFamily="34" charset="0"/>
              <a:ea typeface="Yu Mincho" panose="02020400000000000000" pitchFamily="18" charset="-128"/>
              <a:cs typeface="Segoe UI" panose="020B0502040204020203" pitchFamily="34" charset="0"/>
            </a:endParaRPr>
          </a:p>
          <a:p>
            <a:pPr>
              <a:lnSpc>
                <a:spcPct val="107000"/>
              </a:lnSpc>
              <a:spcAft>
                <a:spcPts val="800"/>
              </a:spcAft>
              <a:buNone/>
            </a:pPr>
            <a:endParaRPr lang="en-US" kern="100" dirty="0">
              <a:effectLst/>
              <a:latin typeface="Segoe UI" panose="020B0502040204020203" pitchFamily="34" charset="0"/>
              <a:ea typeface="DengXian" panose="02010600030101010101" pitchFamily="2" charset="-122"/>
              <a:cs typeface="Segoe UI" panose="020B0502040204020203" pitchFamily="34" charset="0"/>
            </a:endParaRPr>
          </a:p>
          <a:p>
            <a:pPr>
              <a:lnSpc>
                <a:spcPct val="107000"/>
              </a:lnSpc>
              <a:spcAft>
                <a:spcPts val="800"/>
              </a:spcAft>
              <a:buNone/>
            </a:pPr>
            <a:r>
              <a:rPr lang="en-US" kern="100" dirty="0">
                <a:effectLst/>
                <a:latin typeface="Segoe UI" panose="020B0502040204020203" pitchFamily="34" charset="0"/>
                <a:ea typeface="DengXian" panose="02010600030101010101" pitchFamily="2" charset="-122"/>
                <a:cs typeface="Segoe UI" panose="020B0502040204020203" pitchFamily="34" charset="0"/>
              </a:rPr>
              <a:t>If you think none of the level-2 topic fits your requirement, you may create a new Level-2 topic by yourself.</a:t>
            </a:r>
            <a:endParaRPr lang="en-US" kern="100" dirty="0">
              <a:effectLst/>
              <a:latin typeface="Segoe UI" panose="020B0502040204020203" pitchFamily="34" charset="0"/>
              <a:ea typeface="Yu Mincho" panose="02020400000000000000" pitchFamily="18" charset="-128"/>
              <a:cs typeface="Segoe UI" panose="020B0502040204020203" pitchFamily="34" charset="0"/>
            </a:endParaRPr>
          </a:p>
        </p:txBody>
      </p:sp>
    </p:spTree>
    <p:extLst>
      <p:ext uri="{BB962C8B-B14F-4D97-AF65-F5344CB8AC3E}">
        <p14:creationId xmlns:p14="http://schemas.microsoft.com/office/powerpoint/2010/main" val="1116761022"/>
      </p:ext>
    </p:extLst>
  </p:cSld>
  <p:clrMapOvr>
    <a:masterClrMapping/>
  </p:clrMapOvr>
  <mc:AlternateContent xmlns:mc="http://schemas.openxmlformats.org/markup-compatibility/2006" xmlns:p14="http://schemas.microsoft.com/office/powerpoint/2010/main">
    <mc:Choice Requires="p14">
      <p:transition spd="slow" p14:dur="2000" advTm="47959"/>
    </mc:Choice>
    <mc:Fallback xmlns="">
      <p:transition spd="slow" advTm="4795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22739-0308-AC8E-B431-333D46619BC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4301A4D-0C6A-1A35-6731-CC99D08ED0CF}"/>
              </a:ext>
            </a:extLst>
          </p:cNvPr>
          <p:cNvSpPr txBox="1"/>
          <p:nvPr/>
        </p:nvSpPr>
        <p:spPr>
          <a:xfrm>
            <a:off x="490041" y="54318"/>
            <a:ext cx="11502191" cy="6606937"/>
          </a:xfrm>
          <a:prstGeom prst="rect">
            <a:avLst/>
          </a:prstGeom>
          <a:noFill/>
        </p:spPr>
        <p:txBody>
          <a:bodyPr wrap="square">
            <a:spAutoFit/>
          </a:bodyPr>
          <a:lstStyle/>
          <a:p>
            <a:pPr>
              <a:spcAft>
                <a:spcPts val="800"/>
              </a:spcAft>
              <a:buNone/>
            </a:pPr>
            <a:r>
              <a:rPr lang="en-US" sz="2000" b="1" kern="100" dirty="0">
                <a:latin typeface="Segoe UI" panose="020B0502040204020203" pitchFamily="34" charset="0"/>
                <a:ea typeface="Yu Mincho" panose="02020400000000000000" pitchFamily="18" charset="-128"/>
                <a:cs typeface="Segoe UI" panose="020B0502040204020203" pitchFamily="34" charset="0"/>
              </a:rPr>
              <a:t>Step 2. List </a:t>
            </a:r>
            <a:r>
              <a:rPr lang="en-US" sz="2000" b="1" kern="100" dirty="0">
                <a:latin typeface="Segoe UI" panose="020B0502040204020203" pitchFamily="34" charset="0"/>
                <a:ea typeface="DengXian" panose="02010600030101010101" pitchFamily="2" charset="-122"/>
                <a:cs typeface="Segoe UI" panose="020B0502040204020203" pitchFamily="34" charset="0"/>
              </a:rPr>
              <a:t>K</a:t>
            </a:r>
            <a:r>
              <a:rPr lang="en-US" sz="2000" b="1" kern="100" dirty="0">
                <a:latin typeface="Segoe UI" panose="020B0502040204020203" pitchFamily="34" charset="0"/>
                <a:ea typeface="Yu Mincho" panose="02020400000000000000" pitchFamily="18" charset="-128"/>
                <a:cs typeface="Segoe UI" panose="020B0502040204020203" pitchFamily="34" charset="0"/>
              </a:rPr>
              <a:t>ey </a:t>
            </a:r>
            <a:r>
              <a:rPr lang="en-US" sz="2000" b="1" kern="100" dirty="0">
                <a:latin typeface="Segoe UI" panose="020B0502040204020203" pitchFamily="34" charset="0"/>
                <a:ea typeface="DengXian" panose="02010600030101010101" pitchFamily="2" charset="-122"/>
                <a:cs typeface="Segoe UI" panose="020B0502040204020203" pitchFamily="34" charset="0"/>
              </a:rPr>
              <a:t>Value Principles for This Topic in Your Culture</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List 3-5 principles that describe how people in your culture usually think or behave under this topic.</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b="1" kern="100" dirty="0">
                <a:latin typeface="Segoe UI" panose="020B0502040204020203" pitchFamily="34" charset="0"/>
                <a:ea typeface="DengXian" panose="02010600030101010101" pitchFamily="2" charset="-122"/>
                <a:cs typeface="Segoe UI" panose="020B0502040204020203" pitchFamily="34" charset="0"/>
              </a:rPr>
              <a:t>Use these templates:</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800100" lvl="1" indent="-342900">
              <a:buFont typeface="Symbol" panose="05050102010706020507" pitchFamily="18" charset="2"/>
              <a:buChar char=""/>
            </a:pPr>
            <a:r>
              <a:rPr lang="en-US" kern="100" dirty="0">
                <a:latin typeface="Segoe UI" panose="020B0502040204020203" pitchFamily="34" charset="0"/>
                <a:ea typeface="Yu Mincho" panose="02020400000000000000" pitchFamily="18" charset="-128"/>
                <a:cs typeface="Segoe UI" panose="020B0502040204020203" pitchFamily="34" charset="0"/>
              </a:rPr>
              <a:t>Under &lt;Topic&gt;, people are encouraged to do ...</a:t>
            </a:r>
          </a:p>
          <a:p>
            <a:pPr marL="800100" lvl="1" indent="-342900">
              <a:buFont typeface="Symbol" panose="05050102010706020507" pitchFamily="18" charset="2"/>
              <a:buChar char=""/>
            </a:pPr>
            <a:r>
              <a:rPr lang="en-US" kern="100" dirty="0">
                <a:latin typeface="Segoe UI" panose="020B0502040204020203" pitchFamily="34" charset="0"/>
                <a:ea typeface="Yu Mincho" panose="02020400000000000000" pitchFamily="18" charset="-128"/>
                <a:cs typeface="Segoe UI" panose="020B0502040204020203" pitchFamily="34" charset="0"/>
              </a:rPr>
              <a:t>Under &lt;Topic&gt;, people should avoid …</a:t>
            </a:r>
          </a:p>
          <a:p>
            <a:pPr marL="800100" lvl="1" indent="-342900">
              <a:buFont typeface="Symbol" panose="05050102010706020507" pitchFamily="18" charset="2"/>
              <a:buChar char=""/>
            </a:pPr>
            <a:r>
              <a:rPr lang="en-US" kern="100" dirty="0">
                <a:latin typeface="Segoe UI" panose="020B0502040204020203" pitchFamily="34" charset="0"/>
                <a:ea typeface="Yu Mincho" panose="02020400000000000000" pitchFamily="18" charset="-128"/>
                <a:cs typeface="Segoe UI" panose="020B0502040204020203" pitchFamily="34" charset="0"/>
              </a:rPr>
              <a:t>Under &lt;Topic&gt;, </a:t>
            </a:r>
            <a:r>
              <a:rPr lang="en-US" kern="100" dirty="0">
                <a:latin typeface="Segoe UI" panose="020B0502040204020203" pitchFamily="34" charset="0"/>
                <a:ea typeface="DengXian" panose="02010600030101010101" pitchFamily="2" charset="-122"/>
                <a:cs typeface="Segoe UI" panose="020B0502040204020203" pitchFamily="34" charset="0"/>
              </a:rPr>
              <a:t>…</a:t>
            </a:r>
            <a:r>
              <a:rPr lang="en-US" kern="100" dirty="0">
                <a:latin typeface="Segoe UI" panose="020B0502040204020203" pitchFamily="34" charset="0"/>
                <a:ea typeface="Yu Mincho" panose="02020400000000000000" pitchFamily="18" charset="-128"/>
                <a:cs typeface="Segoe UI" panose="020B0502040204020203" pitchFamily="34" charset="0"/>
              </a:rPr>
              <a:t> is considered correct / appropriate / proper</a:t>
            </a:r>
          </a:p>
          <a:p>
            <a:pPr marL="800100" lvl="1" indent="-342900">
              <a:buFont typeface="Symbol" panose="05050102010706020507" pitchFamily="18" charset="2"/>
              <a:buChar char=""/>
            </a:pPr>
            <a:r>
              <a:rPr lang="en-US" kern="100" dirty="0">
                <a:latin typeface="Segoe UI" panose="020B0502040204020203" pitchFamily="34" charset="0"/>
                <a:ea typeface="Yu Mincho" panose="02020400000000000000" pitchFamily="18" charset="-128"/>
                <a:cs typeface="Segoe UI" panose="020B0502040204020203" pitchFamily="34" charset="0"/>
              </a:rPr>
              <a:t>Under &lt;Topic&gt;, </a:t>
            </a:r>
            <a:r>
              <a:rPr lang="en-US" kern="100" dirty="0">
                <a:latin typeface="Segoe UI" panose="020B0502040204020203" pitchFamily="34" charset="0"/>
                <a:ea typeface="DengXian" panose="02010600030101010101" pitchFamily="2" charset="-122"/>
                <a:cs typeface="Segoe UI" panose="020B0502040204020203" pitchFamily="34" charset="0"/>
              </a:rPr>
              <a:t>… </a:t>
            </a:r>
            <a:r>
              <a:rPr lang="en-US" kern="100" dirty="0">
                <a:latin typeface="Segoe UI" panose="020B0502040204020203" pitchFamily="34" charset="0"/>
                <a:ea typeface="Yu Mincho" panose="02020400000000000000" pitchFamily="18" charset="-128"/>
                <a:cs typeface="Segoe UI" panose="020B0502040204020203" pitchFamily="34" charset="0"/>
              </a:rPr>
              <a:t>is considered incorrect / inappropriate</a:t>
            </a:r>
            <a:r>
              <a:rPr lang="en-US" kern="100" dirty="0">
                <a:latin typeface="Segoe UI" panose="020B0502040204020203" pitchFamily="34" charset="0"/>
                <a:ea typeface="DengXian" panose="02010600030101010101" pitchFamily="2" charset="-122"/>
                <a:cs typeface="Segoe UI" panose="020B0502040204020203" pitchFamily="34" charset="0"/>
              </a:rPr>
              <a:t> / should be avoided.</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800100" lvl="1" indent="-342900">
              <a:spcAft>
                <a:spcPts val="800"/>
              </a:spcAft>
              <a:buFont typeface="Symbol" panose="05050102010706020507" pitchFamily="18" charset="2"/>
              <a:buChar char=""/>
            </a:pPr>
            <a:r>
              <a:rPr lang="en-US" kern="100" dirty="0">
                <a:latin typeface="Segoe UI" panose="020B0502040204020203" pitchFamily="34" charset="0"/>
                <a:ea typeface="Yu Mincho" panose="02020400000000000000" pitchFamily="18" charset="-128"/>
                <a:cs typeface="Segoe UI" panose="020B0502040204020203" pitchFamily="34" charset="0"/>
              </a:rPr>
              <a:t>Under &lt;Topic&gt;,</a:t>
            </a:r>
            <a:r>
              <a:rPr lang="en-US" kern="100" dirty="0">
                <a:latin typeface="Segoe UI" panose="020B0502040204020203" pitchFamily="34" charset="0"/>
                <a:ea typeface="DengXian" panose="02010600030101010101" pitchFamily="2" charset="-122"/>
                <a:cs typeface="Segoe UI" panose="020B0502040204020203" pitchFamily="34" charset="0"/>
              </a:rPr>
              <a:t> people usually do A rather than B.</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b="1" kern="100" dirty="0">
                <a:latin typeface="Segoe UI" panose="020B0502040204020203" pitchFamily="34" charset="0"/>
                <a:ea typeface="DengXian" panose="02010600030101010101" pitchFamily="2" charset="-122"/>
                <a:cs typeface="Segoe UI" panose="020B0502040204020203" pitchFamily="34" charset="0"/>
              </a:rPr>
              <a:t>Rank by importance</a:t>
            </a:r>
            <a:r>
              <a:rPr lang="en-US" kern="100" dirty="0">
                <a:latin typeface="Segoe UI" panose="020B0502040204020203" pitchFamily="34" charset="0"/>
                <a:ea typeface="DengXian" panose="02010600030101010101" pitchFamily="2" charset="-122"/>
                <a:cs typeface="Segoe UI" panose="020B0502040204020203" pitchFamily="34" charset="0"/>
              </a:rPr>
              <a:t> (write the most important first)</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b="1" kern="100" dirty="0">
                <a:latin typeface="Segoe UI" panose="020B0502040204020203" pitchFamily="34" charset="0"/>
                <a:ea typeface="DengXian" panose="02010600030101010101" pitchFamily="2" charset="-122"/>
                <a:cs typeface="Segoe UI" panose="020B0502040204020203" pitchFamily="34" charset="0"/>
              </a:rPr>
              <a:t>No duplicates.</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endParaRPr lang="en-US" sz="2000" b="1" kern="100" dirty="0">
              <a:solidFill>
                <a:srgbClr val="EE0000"/>
              </a:solidFill>
              <a:latin typeface="Segoe UI" panose="020B0502040204020203" pitchFamily="34" charset="0"/>
              <a:ea typeface="SimSun" panose="02010600030101010101" pitchFamily="2" charset="-122"/>
              <a:cs typeface="Segoe UI" panose="020B0502040204020203" pitchFamily="34" charset="0"/>
            </a:endParaRPr>
          </a:p>
          <a:p>
            <a:pPr>
              <a:spcAft>
                <a:spcPts val="800"/>
              </a:spcAft>
              <a:buNone/>
            </a:pPr>
            <a:r>
              <a:rPr lang="en-US" b="1" kern="100" dirty="0">
                <a:solidFill>
                  <a:srgbClr val="EE0000"/>
                </a:solidFill>
                <a:latin typeface="Segoe UI" panose="020B0502040204020203" pitchFamily="34" charset="0"/>
                <a:ea typeface="SimSun" panose="02010600030101010101" pitchFamily="2" charset="-122"/>
                <a:cs typeface="Segoe UI" panose="020B0502040204020203" pitchFamily="34" charset="0"/>
              </a:rPr>
              <a:t>Example:</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b="1" kern="100" dirty="0">
                <a:solidFill>
                  <a:srgbClr val="EE0000"/>
                </a:solidFill>
                <a:latin typeface="Segoe UI" panose="020B0502040204020203" pitchFamily="34" charset="0"/>
                <a:ea typeface="Yu Mincho" panose="02020400000000000000" pitchFamily="18" charset="-128"/>
                <a:cs typeface="Segoe UI" panose="020B0502040204020203" pitchFamily="34" charset="0"/>
              </a:rPr>
              <a:t>[Topic: Parent–Child Relationship]</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kern="100" dirty="0">
                <a:latin typeface="Segoe UI" panose="020B0502040204020203" pitchFamily="34" charset="0"/>
                <a:ea typeface="Yu Mincho" panose="02020400000000000000" pitchFamily="18" charset="-128"/>
                <a:cs typeface="Segoe UI" panose="020B0502040204020203" pitchFamily="34" charset="0"/>
              </a:rPr>
              <a:t>Principle 1: In this context, Chinese people are encouraged to balance parental authority with care, guidance, and moral education.</a:t>
            </a:r>
          </a:p>
          <a:p>
            <a:pPr>
              <a:spcAft>
                <a:spcPts val="800"/>
              </a:spcAft>
              <a:buNone/>
            </a:pPr>
            <a:r>
              <a:rPr lang="en-US" kern="100" dirty="0">
                <a:latin typeface="Segoe UI" panose="020B0502040204020203" pitchFamily="34" charset="0"/>
                <a:ea typeface="Yu Mincho" panose="02020400000000000000" pitchFamily="18" charset="-128"/>
                <a:cs typeface="Segoe UI" panose="020B0502040204020203" pitchFamily="34" charset="0"/>
              </a:rPr>
              <a:t>Principle 2: In this context, adult children are expected to support and care for their aging parents at different stages of life.</a:t>
            </a:r>
          </a:p>
          <a:p>
            <a:pPr>
              <a:spcAft>
                <a:spcPts val="800"/>
              </a:spcAft>
              <a:buNone/>
            </a:pPr>
            <a:r>
              <a:rPr lang="en-US" kern="100" dirty="0">
                <a:latin typeface="Segoe UI" panose="020B0502040204020203" pitchFamily="34" charset="0"/>
                <a:ea typeface="Yu Mincho" panose="02020400000000000000" pitchFamily="18" charset="-128"/>
                <a:cs typeface="Segoe UI" panose="020B0502040204020203" pitchFamily="34" charset="0"/>
              </a:rPr>
              <a:t>Principle 3: In this context, Chinese people tend to avoid openly confronting parents or causing them to lose face; disagreements should be handled calmly and in private.</a:t>
            </a:r>
          </a:p>
        </p:txBody>
      </p:sp>
    </p:spTree>
    <p:extLst>
      <p:ext uri="{BB962C8B-B14F-4D97-AF65-F5344CB8AC3E}">
        <p14:creationId xmlns:p14="http://schemas.microsoft.com/office/powerpoint/2010/main" val="52071992"/>
      </p:ext>
    </p:extLst>
  </p:cSld>
  <p:clrMapOvr>
    <a:masterClrMapping/>
  </p:clrMapOvr>
  <mc:AlternateContent xmlns:mc="http://schemas.openxmlformats.org/markup-compatibility/2006" xmlns:p14="http://schemas.microsoft.com/office/powerpoint/2010/main">
    <mc:Choice Requires="p14">
      <p:transition spd="slow" p14:dur="2000" advTm="136022"/>
    </mc:Choice>
    <mc:Fallback xmlns="">
      <p:transition spd="slow" advTm="13602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ABA31-1FCF-A753-63B6-6C38AB56634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F31A9DA-E766-581D-2C83-7CA7FD2BE309}"/>
              </a:ext>
            </a:extLst>
          </p:cNvPr>
          <p:cNvSpPr txBox="1"/>
          <p:nvPr/>
        </p:nvSpPr>
        <p:spPr>
          <a:xfrm>
            <a:off x="490041" y="1228209"/>
            <a:ext cx="10857111" cy="2086853"/>
          </a:xfrm>
          <a:prstGeom prst="rect">
            <a:avLst/>
          </a:prstGeom>
          <a:noFill/>
        </p:spPr>
        <p:txBody>
          <a:bodyPr wrap="square">
            <a:spAutoFit/>
          </a:bodyPr>
          <a:lstStyle/>
          <a:p>
            <a:pPr>
              <a:lnSpc>
                <a:spcPct val="107000"/>
              </a:lnSpc>
              <a:spcAft>
                <a:spcPts val="800"/>
              </a:spcAft>
              <a:buNone/>
            </a:pPr>
            <a:r>
              <a:rPr lang="en-US" sz="2000" b="1" kern="100" dirty="0">
                <a:latin typeface="Segoe UI" panose="020B0502040204020203" pitchFamily="34" charset="0"/>
                <a:ea typeface="Yu Mincho" panose="02020400000000000000" pitchFamily="18" charset="-128"/>
                <a:cs typeface="Segoe UI" panose="020B0502040204020203" pitchFamily="34" charset="0"/>
              </a:rPr>
              <a:t>Step 3. </a:t>
            </a:r>
            <a:r>
              <a:rPr lang="en-US" sz="2000" b="1" kern="100" dirty="0">
                <a:latin typeface="Segoe UI" panose="020B0502040204020203" pitchFamily="34" charset="0"/>
                <a:ea typeface="DengXian" panose="02010600030101010101" pitchFamily="2" charset="-122"/>
                <a:cs typeface="Segoe UI" panose="020B0502040204020203" pitchFamily="34" charset="0"/>
              </a:rPr>
              <a:t>Select a task to create value-related questions</a:t>
            </a:r>
            <a:br>
              <a:rPr lang="en-US" b="1" kern="100" dirty="0">
                <a:latin typeface="Segoe UI" panose="020B0502040204020203" pitchFamily="34" charset="0"/>
                <a:ea typeface="DengXian" panose="02010600030101010101" pitchFamily="2" charset="-122"/>
                <a:cs typeface="Segoe UI" panose="020B0502040204020203" pitchFamily="34" charset="0"/>
              </a:rPr>
            </a:br>
            <a:br>
              <a:rPr lang="en-US" b="1" kern="100" dirty="0">
                <a:latin typeface="Segoe UI" panose="020B0502040204020203" pitchFamily="34" charset="0"/>
                <a:ea typeface="DengXian" panose="02010600030101010101" pitchFamily="2" charset="-122"/>
                <a:cs typeface="Segoe UI" panose="020B0502040204020203" pitchFamily="34" charset="0"/>
              </a:rPr>
            </a:br>
            <a:r>
              <a:rPr lang="en-US" b="1" kern="100" dirty="0">
                <a:latin typeface="Segoe UI" panose="020B0502040204020203" pitchFamily="34" charset="0"/>
                <a:ea typeface="DengXian" panose="02010600030101010101" pitchFamily="2" charset="-122"/>
                <a:cs typeface="Segoe UI" panose="020B0502040204020203" pitchFamily="34" charset="0"/>
              </a:rPr>
              <a:t>Under the current topic, select a task type that:</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342900" lvl="0" indent="-342900">
              <a:lnSpc>
                <a:spcPct val="107000"/>
              </a:lnSpc>
              <a:buFont typeface="Times New Roman" panose="02020603050405020304" pitchFamily="18" charset="0"/>
              <a:buChar char="-"/>
            </a:pPr>
            <a:r>
              <a:rPr lang="en-US" kern="100" dirty="0">
                <a:latin typeface="Segoe UI" panose="020B0502040204020203" pitchFamily="34" charset="0"/>
                <a:ea typeface="DengXian" panose="02010600030101010101" pitchFamily="2" charset="-122"/>
                <a:cs typeface="Segoe UI" panose="020B0502040204020203" pitchFamily="34" charset="0"/>
              </a:rPr>
              <a:t>Commonly appear in real-life situations</a:t>
            </a:r>
          </a:p>
          <a:p>
            <a:pPr marL="342900" lvl="0" indent="-342900">
              <a:lnSpc>
                <a:spcPct val="107000"/>
              </a:lnSpc>
              <a:spcAft>
                <a:spcPts val="800"/>
              </a:spcAft>
              <a:buFont typeface="Times New Roman" panose="02020603050405020304" pitchFamily="18" charset="0"/>
              <a:buChar char="-"/>
            </a:pPr>
            <a:r>
              <a:rPr lang="en-US" kern="100" dirty="0">
                <a:latin typeface="Segoe UI" panose="020B0502040204020203" pitchFamily="34" charset="0"/>
                <a:ea typeface="DengXian" panose="02010600030101010101" pitchFamily="2" charset="-122"/>
                <a:cs typeface="Segoe UI" panose="020B0502040204020203" pitchFamily="34" charset="0"/>
              </a:rPr>
              <a:t>Trigger value-based thinking under this topic</a:t>
            </a:r>
          </a:p>
          <a:p>
            <a:pPr>
              <a:lnSpc>
                <a:spcPct val="107000"/>
              </a:lnSpc>
              <a:spcAft>
                <a:spcPts val="800"/>
              </a:spcAft>
              <a:buNone/>
            </a:pPr>
            <a:r>
              <a:rPr lang="en-US" b="1" kern="100" dirty="0">
                <a:solidFill>
                  <a:srgbClr val="EE0000"/>
                </a:solidFill>
                <a:latin typeface="Segoe UI" panose="020B0502040204020203" pitchFamily="34" charset="0"/>
                <a:ea typeface="DengXian" panose="02010600030101010101" pitchFamily="2" charset="-122"/>
                <a:cs typeface="Segoe UI" panose="020B0502040204020203" pitchFamily="34" charset="0"/>
              </a:rPr>
              <a:t>Note: Each task type can be used for no more than two times.</a:t>
            </a:r>
            <a:endParaRPr lang="en-US" kern="100" dirty="0">
              <a:latin typeface="Segoe UI" panose="020B0502040204020203" pitchFamily="34" charset="0"/>
              <a:ea typeface="Yu Mincho" panose="02020400000000000000" pitchFamily="18" charset="-128"/>
              <a:cs typeface="Segoe UI" panose="020B0502040204020203" pitchFamily="34" charset="0"/>
            </a:endParaRPr>
          </a:p>
        </p:txBody>
      </p:sp>
    </p:spTree>
    <p:extLst>
      <p:ext uri="{BB962C8B-B14F-4D97-AF65-F5344CB8AC3E}">
        <p14:creationId xmlns:p14="http://schemas.microsoft.com/office/powerpoint/2010/main" val="2335791967"/>
      </p:ext>
    </p:extLst>
  </p:cSld>
  <p:clrMapOvr>
    <a:masterClrMapping/>
  </p:clrMapOvr>
  <mc:AlternateContent xmlns:mc="http://schemas.openxmlformats.org/markup-compatibility/2006" xmlns:p14="http://schemas.microsoft.com/office/powerpoint/2010/main">
    <mc:Choice Requires="p14">
      <p:transition spd="slow" p14:dur="2000" advTm="29210"/>
    </mc:Choice>
    <mc:Fallback xmlns="">
      <p:transition spd="slow" advTm="2921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7C499-D580-12E0-5D02-9F5EBEE2A6C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2583272-524E-435B-18B5-676BEC15CF1C}"/>
              </a:ext>
            </a:extLst>
          </p:cNvPr>
          <p:cNvSpPr txBox="1"/>
          <p:nvPr/>
        </p:nvSpPr>
        <p:spPr>
          <a:xfrm>
            <a:off x="490041" y="54318"/>
            <a:ext cx="11502191" cy="6463308"/>
          </a:xfrm>
          <a:prstGeom prst="rect">
            <a:avLst/>
          </a:prstGeom>
          <a:noFill/>
        </p:spPr>
        <p:txBody>
          <a:bodyPr wrap="square">
            <a:spAutoFit/>
          </a:bodyPr>
          <a:lstStyle/>
          <a:p>
            <a:pPr>
              <a:spcAft>
                <a:spcPts val="1200"/>
              </a:spcAft>
              <a:buNone/>
            </a:pPr>
            <a:r>
              <a:rPr lang="en-US" sz="2000" b="1" kern="100" dirty="0">
                <a:latin typeface="Segoe UI" panose="020B0502040204020203" pitchFamily="34" charset="0"/>
                <a:ea typeface="Yu Mincho" panose="02020400000000000000" pitchFamily="18" charset="-128"/>
                <a:cs typeface="Segoe UI" panose="020B0502040204020203" pitchFamily="34" charset="0"/>
              </a:rPr>
              <a:t>Step 4. Create or select a </a:t>
            </a:r>
            <a:r>
              <a:rPr lang="en-US" sz="2000" b="1" kern="100" dirty="0">
                <a:latin typeface="Segoe UI" panose="020B0502040204020203" pitchFamily="34" charset="0"/>
                <a:ea typeface="DengXian" panose="02010600030101010101" pitchFamily="2" charset="-122"/>
                <a:cs typeface="Segoe UI" panose="020B0502040204020203" pitchFamily="34" charset="0"/>
              </a:rPr>
              <a:t>value-related</a:t>
            </a:r>
            <a:r>
              <a:rPr lang="en-US" sz="2000" b="1" kern="100" dirty="0">
                <a:latin typeface="Segoe UI" panose="020B0502040204020203" pitchFamily="34" charset="0"/>
                <a:ea typeface="Yu Mincho" panose="02020400000000000000" pitchFamily="18" charset="-128"/>
                <a:cs typeface="Segoe UI" panose="020B0502040204020203" pitchFamily="34" charset="0"/>
              </a:rPr>
              <a:t> question</a:t>
            </a:r>
            <a:endParaRPr lang="en-US" sz="2000"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In this step, you need to </a:t>
            </a:r>
            <a:r>
              <a:rPr lang="en-US" b="1" kern="100" dirty="0">
                <a:latin typeface="Segoe UI" panose="020B0502040204020203" pitchFamily="34" charset="0"/>
                <a:ea typeface="DengXian" panose="02010600030101010101" pitchFamily="2" charset="-122"/>
                <a:cs typeface="Segoe UI" panose="020B0502040204020203" pitchFamily="34" charset="0"/>
              </a:rPr>
              <a:t>decide ONE question</a:t>
            </a:r>
            <a:r>
              <a:rPr lang="en-US" kern="100" dirty="0">
                <a:latin typeface="Segoe UI" panose="020B0502040204020203" pitchFamily="34" charset="0"/>
                <a:ea typeface="DengXian" panose="02010600030101010101" pitchFamily="2" charset="-122"/>
                <a:cs typeface="Segoe UI" panose="020B0502040204020203" pitchFamily="34" charset="0"/>
              </a:rPr>
              <a:t>, you can</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342900" lvl="0" indent="-342900">
              <a:buFont typeface="Times New Roman" panose="02020603050405020304" pitchFamily="18" charset="0"/>
              <a:buChar char="-"/>
            </a:pPr>
            <a:r>
              <a:rPr lang="en-US" kern="100" dirty="0">
                <a:latin typeface="Segoe UI" panose="020B0502040204020203" pitchFamily="34" charset="0"/>
                <a:ea typeface="DengXian" panose="02010600030101010101" pitchFamily="2" charset="-122"/>
                <a:cs typeface="Segoe UI" panose="020B0502040204020203" pitchFamily="34" charset="0"/>
              </a:rPr>
              <a:t>Select one of the candidate questions</a:t>
            </a:r>
          </a:p>
          <a:p>
            <a:pPr marL="342900" lvl="0" indent="-342900">
              <a:buFont typeface="Times New Roman" panose="02020603050405020304" pitchFamily="18" charset="0"/>
              <a:buChar char="-"/>
            </a:pPr>
            <a:r>
              <a:rPr lang="en-US" kern="100" dirty="0">
                <a:latin typeface="Segoe UI" panose="020B0502040204020203" pitchFamily="34" charset="0"/>
                <a:ea typeface="DengXian" panose="02010600030101010101" pitchFamily="2" charset="-122"/>
                <a:cs typeface="Segoe UI" panose="020B0502040204020203" pitchFamily="34" charset="0"/>
              </a:rPr>
              <a:t>Refine a candidate question to better meet requirements</a:t>
            </a:r>
          </a:p>
          <a:p>
            <a:pPr marL="342900" lvl="0" indent="-342900">
              <a:spcAft>
                <a:spcPts val="800"/>
              </a:spcAft>
              <a:buFont typeface="Times New Roman" panose="02020603050405020304" pitchFamily="18" charset="0"/>
              <a:buChar char="-"/>
            </a:pPr>
            <a:r>
              <a:rPr lang="en-US" kern="100" dirty="0">
                <a:latin typeface="Segoe UI" panose="020B0502040204020203" pitchFamily="34" charset="0"/>
                <a:ea typeface="DengXian" panose="02010600030101010101" pitchFamily="2" charset="-122"/>
                <a:cs typeface="Segoe UI" panose="020B0502040204020203" pitchFamily="34" charset="0"/>
              </a:rPr>
              <a:t>Create a new value-related question</a:t>
            </a:r>
          </a:p>
          <a:p>
            <a:pPr>
              <a:spcAft>
                <a:spcPts val="800"/>
              </a:spcAft>
              <a:buNone/>
            </a:pPr>
            <a:endParaRPr lang="en-US" kern="100" dirty="0">
              <a:latin typeface="Segoe UI" panose="020B0502040204020203" pitchFamily="34" charset="0"/>
              <a:ea typeface="DengXian" panose="02010600030101010101" pitchFamily="2" charset="-122"/>
              <a:cs typeface="Segoe UI" panose="020B0502040204020203" pitchFamily="34" charset="0"/>
            </a:endParaRPr>
          </a:p>
          <a:p>
            <a:pPr>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For each question, we provide:</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342900" lvl="0" indent="-342900">
              <a:buFont typeface="Times New Roman" panose="02020603050405020304" pitchFamily="18" charset="0"/>
              <a:buChar char="-"/>
            </a:pPr>
            <a:r>
              <a:rPr lang="en-US" b="1" kern="100" dirty="0">
                <a:latin typeface="Segoe UI" panose="020B0502040204020203" pitchFamily="34" charset="0"/>
                <a:ea typeface="DengXian" panose="02010600030101010101" pitchFamily="2" charset="-122"/>
                <a:cs typeface="Segoe UI" panose="020B0502040204020203" pitchFamily="34" charset="0"/>
              </a:rPr>
              <a:t>Importance score</a:t>
            </a:r>
            <a:r>
              <a:rPr lang="en-US" kern="100" dirty="0">
                <a:latin typeface="Segoe UI" panose="020B0502040204020203" pitchFamily="34" charset="0"/>
                <a:ea typeface="DengXian" panose="02010600030101010101" pitchFamily="2" charset="-122"/>
                <a:cs typeface="Segoe UI" panose="020B0502040204020203" pitchFamily="34" charset="0"/>
              </a:rPr>
              <a:t> (1-5): how important cultural values the question is related </a:t>
            </a:r>
          </a:p>
          <a:p>
            <a:pPr marL="342900" lvl="0" indent="-342900">
              <a:spcAft>
                <a:spcPts val="800"/>
              </a:spcAft>
              <a:buFont typeface="Times New Roman" panose="02020603050405020304" pitchFamily="18" charset="0"/>
              <a:buChar char="-"/>
            </a:pPr>
            <a:r>
              <a:rPr lang="en-US" b="1" kern="100" dirty="0">
                <a:latin typeface="Segoe UI" panose="020B0502040204020203" pitchFamily="34" charset="0"/>
                <a:ea typeface="DengXian" panose="02010600030101010101" pitchFamily="2" charset="-122"/>
                <a:cs typeface="Segoe UI" panose="020B0502040204020203" pitchFamily="34" charset="0"/>
              </a:rPr>
              <a:t>Frequency score </a:t>
            </a:r>
            <a:r>
              <a:rPr lang="en-US" kern="100" dirty="0">
                <a:latin typeface="Segoe UI" panose="020B0502040204020203" pitchFamily="34" charset="0"/>
                <a:ea typeface="DengXian" panose="02010600030101010101" pitchFamily="2" charset="-122"/>
                <a:cs typeface="Segoe UI" panose="020B0502040204020203" pitchFamily="34" charset="0"/>
              </a:rPr>
              <a:t>(1-5): how often the question would appear in your culture</a:t>
            </a:r>
          </a:p>
          <a:p>
            <a:pPr>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Note: Current scores are automatically estimated by AI for reference. Annotators may choose questions they consider important or frequent and revise the two scores accordingly</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endParaRPr lang="en-US" kern="100" dirty="0">
              <a:latin typeface="Segoe UI" panose="020B0502040204020203" pitchFamily="34" charset="0"/>
              <a:ea typeface="DengXian" panose="02010600030101010101" pitchFamily="2" charset="-122"/>
              <a:cs typeface="Segoe UI" panose="020B0502040204020203" pitchFamily="34" charset="0"/>
            </a:endParaRPr>
          </a:p>
          <a:p>
            <a:pPr>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Prioritize or create questions that are:</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342900" lvl="0" indent="-342900">
              <a:buFont typeface="Times New Roman" panose="02020603050405020304" pitchFamily="18" charset="0"/>
              <a:buChar char="-"/>
            </a:pPr>
            <a:r>
              <a:rPr lang="en-US" kern="100" dirty="0">
                <a:latin typeface="Segoe UI" panose="020B0502040204020203" pitchFamily="34" charset="0"/>
                <a:ea typeface="DengXian" panose="02010600030101010101" pitchFamily="2" charset="-122"/>
                <a:cs typeface="Segoe UI" panose="020B0502040204020203" pitchFamily="34" charset="0"/>
              </a:rPr>
              <a:t>Both highly important and frequent in your culture</a:t>
            </a:r>
          </a:p>
          <a:p>
            <a:pPr marL="342900" lvl="0" indent="-342900">
              <a:buFont typeface="Times New Roman" panose="02020603050405020304" pitchFamily="18" charset="0"/>
              <a:buChar char="-"/>
            </a:pPr>
            <a:r>
              <a:rPr lang="en-US" kern="100" dirty="0">
                <a:latin typeface="Segoe UI" panose="020B0502040204020203" pitchFamily="34" charset="0"/>
                <a:ea typeface="DengXian" panose="02010600030101010101" pitchFamily="2" charset="-122"/>
                <a:cs typeface="Segoe UI" panose="020B0502040204020203" pitchFamily="34" charset="0"/>
              </a:rPr>
              <a:t>At least has a high importance score or frequent score</a:t>
            </a:r>
          </a:p>
          <a:p>
            <a:pPr marL="342900" lvl="0" indent="-342900">
              <a:buFont typeface="Times New Roman" panose="02020603050405020304" pitchFamily="18" charset="0"/>
              <a:buChar char="-"/>
            </a:pPr>
            <a:r>
              <a:rPr lang="en-US" b="1" kern="100" dirty="0">
                <a:latin typeface="Segoe UI" panose="020B0502040204020203" pitchFamily="34" charset="0"/>
                <a:ea typeface="DengXian" panose="02010600030101010101" pitchFamily="2" charset="-122"/>
                <a:cs typeface="Segoe UI" panose="020B0502040204020203" pitchFamily="34" charset="0"/>
              </a:rPr>
              <a:t>Both scores should be &gt;=3 and at least one should be &gt;= 4.</a:t>
            </a:r>
            <a:endParaRPr lang="en-US" kern="100" dirty="0">
              <a:latin typeface="Segoe UI" panose="020B0502040204020203" pitchFamily="34" charset="0"/>
              <a:ea typeface="DengXian" panose="02010600030101010101" pitchFamily="2" charset="-122"/>
              <a:cs typeface="Segoe UI" panose="020B0502040204020203" pitchFamily="34" charset="0"/>
            </a:endParaRPr>
          </a:p>
          <a:p>
            <a:pPr marL="342900" lvl="0" indent="-342900">
              <a:spcAft>
                <a:spcPts val="800"/>
              </a:spcAft>
              <a:buFont typeface="Times New Roman" panose="02020603050405020304" pitchFamily="18" charset="0"/>
              <a:buChar char="-"/>
            </a:pPr>
            <a:r>
              <a:rPr lang="en-US" kern="100" dirty="0">
                <a:latin typeface="Segoe UI" panose="020B0502040204020203" pitchFamily="34" charset="0"/>
                <a:ea typeface="DengXian" panose="02010600030101010101" pitchFamily="2" charset="-122"/>
                <a:cs typeface="Segoe UI" panose="020B0502040204020203" pitchFamily="34" charset="0"/>
              </a:rPr>
              <a:t>For refined or newly created questions, please score the question from both aspects and ensure the question meets the above requirements.</a:t>
            </a:r>
          </a:p>
          <a:p>
            <a:pPr>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You must cover and </a:t>
            </a:r>
            <a:r>
              <a:rPr lang="en-US" b="1" kern="100" dirty="0">
                <a:latin typeface="Segoe UI" panose="020B0502040204020203" pitchFamily="34" charset="0"/>
                <a:ea typeface="DengXian" panose="02010600030101010101" pitchFamily="2" charset="-122"/>
                <a:cs typeface="Segoe UI" panose="020B0502040204020203" pitchFamily="34" charset="0"/>
              </a:rPr>
              <a:t>balance three types of questions: Select, Refine, Create. Avoid using only one type</a:t>
            </a:r>
            <a:r>
              <a:rPr lang="en-US" kern="100" dirty="0">
                <a:latin typeface="Segoe UI" panose="020B0502040204020203" pitchFamily="34" charset="0"/>
                <a:ea typeface="DengXian" panose="02010600030101010101" pitchFamily="2" charset="-122"/>
                <a:cs typeface="Segoe UI" panose="020B0502040204020203" pitchFamily="34" charset="0"/>
              </a:rPr>
              <a:t>.</a:t>
            </a:r>
            <a:endParaRPr lang="en-US" kern="100" dirty="0">
              <a:latin typeface="Segoe UI" panose="020B0502040204020203" pitchFamily="34" charset="0"/>
              <a:ea typeface="Yu Mincho" panose="02020400000000000000" pitchFamily="18" charset="-128"/>
              <a:cs typeface="Segoe UI" panose="020B0502040204020203" pitchFamily="34" charset="0"/>
            </a:endParaRPr>
          </a:p>
        </p:txBody>
      </p:sp>
    </p:spTree>
    <p:extLst>
      <p:ext uri="{BB962C8B-B14F-4D97-AF65-F5344CB8AC3E}">
        <p14:creationId xmlns:p14="http://schemas.microsoft.com/office/powerpoint/2010/main" val="2988827604"/>
      </p:ext>
    </p:extLst>
  </p:cSld>
  <p:clrMapOvr>
    <a:masterClrMapping/>
  </p:clrMapOvr>
  <mc:AlternateContent xmlns:mc="http://schemas.openxmlformats.org/markup-compatibility/2006" xmlns:p14="http://schemas.microsoft.com/office/powerpoint/2010/main">
    <mc:Choice Requires="p14">
      <p:transition spd="slow" p14:dur="2000" advTm="89751"/>
    </mc:Choice>
    <mc:Fallback xmlns="">
      <p:transition spd="slow" advTm="8975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16ADC-A437-C1D1-F5F0-0C384B11104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A2583C6-408D-53D7-A9B5-1195400B1B83}"/>
              </a:ext>
            </a:extLst>
          </p:cNvPr>
          <p:cNvSpPr txBox="1"/>
          <p:nvPr/>
        </p:nvSpPr>
        <p:spPr>
          <a:xfrm>
            <a:off x="490041" y="54318"/>
            <a:ext cx="11502191" cy="6401753"/>
          </a:xfrm>
          <a:prstGeom prst="rect">
            <a:avLst/>
          </a:prstGeom>
          <a:noFill/>
        </p:spPr>
        <p:txBody>
          <a:bodyPr wrap="square">
            <a:spAutoFit/>
          </a:bodyPr>
          <a:lstStyle/>
          <a:p>
            <a:pPr>
              <a:spcAft>
                <a:spcPts val="1200"/>
              </a:spcAft>
              <a:buNone/>
            </a:pPr>
            <a:r>
              <a:rPr lang="en-US" sz="2000" b="1" kern="100" dirty="0">
                <a:latin typeface="Segoe UI" panose="020B0502040204020203" pitchFamily="34" charset="0"/>
                <a:ea typeface="Yu Mincho" panose="02020400000000000000" pitchFamily="18" charset="-128"/>
                <a:cs typeface="Segoe UI" panose="020B0502040204020203" pitchFamily="34" charset="0"/>
              </a:rPr>
              <a:t>Step 5. </a:t>
            </a:r>
            <a:r>
              <a:rPr lang="en-US" sz="2000" b="1" kern="100" dirty="0">
                <a:latin typeface="Segoe UI" panose="020B0502040204020203" pitchFamily="34" charset="0"/>
                <a:ea typeface="DengXian" panose="02010600030101010101" pitchFamily="2" charset="-122"/>
                <a:cs typeface="Segoe UI" panose="020B0502040204020203" pitchFamily="34" charset="0"/>
              </a:rPr>
              <a:t>Annotate the Answer to Align with Cultural Values</a:t>
            </a:r>
            <a:endParaRPr lang="en-US" sz="2000"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For the question, the platform provides an initial response. You will review the answer and adjust it to align with cultural values.</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We highlight all value-related text fragments in the response and identify their reflected values.</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First, review each highlighted fragment and annotate them in two steps below:</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342900" lvl="0" indent="-342900">
              <a:buFont typeface="+mj-lt"/>
              <a:buAutoNum type="arabicPeriod"/>
            </a:pPr>
            <a:r>
              <a:rPr lang="en-US" b="1" kern="100" dirty="0">
                <a:latin typeface="Segoe UI" panose="020B0502040204020203" pitchFamily="34" charset="0"/>
                <a:ea typeface="DengXian" panose="02010600030101010101" pitchFamily="2" charset="-122"/>
                <a:cs typeface="Segoe UI" panose="020B0502040204020203" pitchFamily="34" charset="0"/>
              </a:rPr>
              <a:t>Check values: </a:t>
            </a:r>
            <a:r>
              <a:rPr lang="en-US" kern="100" dirty="0">
                <a:latin typeface="Segoe UI" panose="020B0502040204020203" pitchFamily="34" charset="0"/>
                <a:ea typeface="DengXian" panose="02010600030101010101" pitchFamily="2" charset="-122"/>
                <a:cs typeface="Segoe UI" panose="020B0502040204020203" pitchFamily="34" charset="0"/>
              </a:rPr>
              <a:t>judge whether the labeled values align with your cultural values in this scenario, then decide:</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742950" lvl="1" indent="-285750">
              <a:buFont typeface="+mj-lt"/>
              <a:buAutoNum type="alphaLcPeriod"/>
            </a:pPr>
            <a:r>
              <a:rPr lang="en-US" kern="100" dirty="0">
                <a:latin typeface="Segoe UI" panose="020B0502040204020203" pitchFamily="34" charset="0"/>
                <a:ea typeface="SimSun" panose="02010600030101010101" pitchFamily="2" charset="-122"/>
                <a:cs typeface="Segoe UI" panose="020B0502040204020203" pitchFamily="34" charset="0"/>
              </a:rPr>
              <a:t>Completely correct, keep</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742950" lvl="1" indent="-285750">
              <a:buFont typeface="+mj-lt"/>
              <a:buAutoNum type="alphaLcPeriod"/>
            </a:pPr>
            <a:r>
              <a:rPr lang="en-US" kern="100" dirty="0">
                <a:latin typeface="Segoe UI" panose="020B0502040204020203" pitchFamily="34" charset="0"/>
                <a:ea typeface="SimSun" panose="02010600030101010101" pitchFamily="2" charset="-122"/>
                <a:cs typeface="Segoe UI" panose="020B0502040204020203" pitchFamily="34" charset="0"/>
              </a:rPr>
              <a:t>Irrelevant or incorrect, delete</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742950" lvl="1" indent="-285750">
              <a:buFont typeface="+mj-lt"/>
              <a:buAutoNum type="alphaLcPeriod"/>
            </a:pPr>
            <a:r>
              <a:rPr lang="en-US" kern="100" dirty="0">
                <a:latin typeface="Segoe UI" panose="020B0502040204020203" pitchFamily="34" charset="0"/>
                <a:ea typeface="SimSun" panose="02010600030101010101" pitchFamily="2" charset="-122"/>
                <a:cs typeface="Segoe UI" panose="020B0502040204020203" pitchFamily="34" charset="0"/>
              </a:rPr>
              <a:t>Some are misaligned or some are missing, revise</a:t>
            </a:r>
          </a:p>
          <a:p>
            <a:pPr lvl="1"/>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342900" lvl="0" indent="-342900">
              <a:buFont typeface="+mj-lt"/>
              <a:buAutoNum type="arabicPeriod"/>
            </a:pPr>
            <a:r>
              <a:rPr lang="en-US" b="1" kern="100" dirty="0">
                <a:latin typeface="Segoe UI" panose="020B0502040204020203" pitchFamily="34" charset="0"/>
                <a:ea typeface="SimSun" panose="02010600030101010101" pitchFamily="2" charset="-122"/>
                <a:cs typeface="Segoe UI" panose="020B0502040204020203" pitchFamily="34" charset="0"/>
              </a:rPr>
              <a:t>Check text: </a:t>
            </a:r>
            <a:r>
              <a:rPr lang="en-US" kern="100" dirty="0">
                <a:latin typeface="Segoe UI" panose="020B0502040204020203" pitchFamily="34" charset="0"/>
                <a:ea typeface="SimSun" panose="02010600030101010101" pitchFamily="2" charset="-122"/>
                <a:cs typeface="Segoe UI" panose="020B0502040204020203" pitchFamily="34" charset="0"/>
              </a:rPr>
              <a:t>based on the values in the last step, ask does the text reflect the values? does the text align with the behavior practices in your culture? Then, decide:</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742950" lvl="1" indent="-285750">
              <a:buFont typeface="+mj-lt"/>
              <a:buAutoNum type="alphaLcPeriod"/>
            </a:pPr>
            <a:r>
              <a:rPr lang="en-US" kern="100" dirty="0">
                <a:latin typeface="Segoe UI" panose="020B0502040204020203" pitchFamily="34" charset="0"/>
                <a:ea typeface="SimSun" panose="02010600030101010101" pitchFamily="2" charset="-122"/>
                <a:cs typeface="Segoe UI" panose="020B0502040204020203" pitchFamily="34" charset="0"/>
              </a:rPr>
              <a:t>Fully align with the values and culture practices, keep</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742950" lvl="1" indent="-285750">
              <a:buFont typeface="+mj-lt"/>
              <a:buAutoNum type="alphaLcPeriod"/>
            </a:pPr>
            <a:r>
              <a:rPr lang="en-US" kern="100" dirty="0">
                <a:latin typeface="Segoe UI" panose="020B0502040204020203" pitchFamily="34" charset="0"/>
                <a:ea typeface="SimSun" panose="02010600030101010101" pitchFamily="2" charset="-122"/>
                <a:cs typeface="Segoe UI" panose="020B0502040204020203" pitchFamily="34" charset="0"/>
              </a:rPr>
              <a:t>Not aligned at all, keep</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742950" lvl="1" indent="-285750">
              <a:spcAft>
                <a:spcPts val="800"/>
              </a:spcAft>
              <a:buFont typeface="+mj-lt"/>
              <a:buAutoNum type="alphaLcPeriod"/>
            </a:pPr>
            <a:r>
              <a:rPr lang="en-US" kern="100" dirty="0">
                <a:latin typeface="Segoe UI" panose="020B0502040204020203" pitchFamily="34" charset="0"/>
                <a:ea typeface="SimSun" panose="02010600030101010101" pitchFamily="2" charset="-122"/>
                <a:cs typeface="Segoe UI" panose="020B0502040204020203" pitchFamily="34" charset="0"/>
              </a:rPr>
              <a:t>Some content is misaligned with the value or culture practices, or some are missing, revise.</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kern="100" dirty="0">
                <a:latin typeface="Segoe UI" panose="020B0502040204020203" pitchFamily="34" charset="0"/>
                <a:ea typeface="SimSun" panose="02010600030101010101" pitchFamily="2" charset="-122"/>
                <a:cs typeface="Segoe UI" panose="020B0502040204020203" pitchFamily="34" charset="0"/>
              </a:rPr>
              <a:t>Next, after reviewing all fragments, reflect on the whole answer to check whether some important cultural values are missing. Check from two angles:</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342900" lvl="0" indent="-342900">
              <a:buFont typeface="+mj-lt"/>
              <a:buAutoNum type="arabicParenBoth"/>
            </a:pPr>
            <a:r>
              <a:rPr lang="en-US" kern="100" dirty="0">
                <a:latin typeface="Segoe UI" panose="020B0502040204020203" pitchFamily="34" charset="0"/>
                <a:ea typeface="SimSun" panose="02010600030101010101" pitchFamily="2" charset="-122"/>
                <a:cs typeface="Segoe UI" panose="020B0502040204020203" pitchFamily="34" charset="0"/>
              </a:rPr>
              <a:t>Are some core points of the question not been fully addressed?</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342900" lvl="0" indent="-342900">
              <a:spcAft>
                <a:spcPts val="800"/>
              </a:spcAft>
              <a:buFont typeface="+mj-lt"/>
              <a:buAutoNum type="arabicParenBoth"/>
            </a:pPr>
            <a:r>
              <a:rPr lang="en-US" kern="100" dirty="0">
                <a:latin typeface="Segoe UI" panose="020B0502040204020203" pitchFamily="34" charset="0"/>
                <a:ea typeface="SimSun" panose="02010600030101010101" pitchFamily="2" charset="-122"/>
                <a:cs typeface="Segoe UI" panose="020B0502040204020203" pitchFamily="34" charset="0"/>
              </a:rPr>
              <a:t>Are cultural values that are usually emphasized in this scenario missing?</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kern="100" dirty="0">
                <a:latin typeface="Segoe UI" panose="020B0502040204020203" pitchFamily="34" charset="0"/>
                <a:ea typeface="SimSun" panose="02010600030101010101" pitchFamily="2" charset="-122"/>
                <a:cs typeface="Segoe UI" panose="020B0502040204020203" pitchFamily="34" charset="0"/>
              </a:rPr>
              <a:t>If either issue exists, click “Add New” to add both new values and the corresponding texts. </a:t>
            </a:r>
          </a:p>
        </p:txBody>
      </p:sp>
    </p:spTree>
    <p:extLst>
      <p:ext uri="{BB962C8B-B14F-4D97-AF65-F5344CB8AC3E}">
        <p14:creationId xmlns:p14="http://schemas.microsoft.com/office/powerpoint/2010/main" val="711621296"/>
      </p:ext>
    </p:extLst>
  </p:cSld>
  <p:clrMapOvr>
    <a:masterClrMapping/>
  </p:clrMapOvr>
  <mc:AlternateContent xmlns:mc="http://schemas.openxmlformats.org/markup-compatibility/2006" xmlns:p14="http://schemas.microsoft.com/office/powerpoint/2010/main">
    <mc:Choice Requires="p14">
      <p:transition spd="slow" p14:dur="2000" advTm="136301"/>
    </mc:Choice>
    <mc:Fallback xmlns="">
      <p:transition spd="slow" advTm="13630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84195-A388-A10B-7C4C-97B11B3B5BF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1809DB-E92B-1193-2248-45F302ED351E}"/>
              </a:ext>
            </a:extLst>
          </p:cNvPr>
          <p:cNvSpPr txBox="1"/>
          <p:nvPr/>
        </p:nvSpPr>
        <p:spPr>
          <a:xfrm>
            <a:off x="490041" y="54318"/>
            <a:ext cx="11502191" cy="6452536"/>
          </a:xfrm>
          <a:prstGeom prst="rect">
            <a:avLst/>
          </a:prstGeom>
          <a:noFill/>
        </p:spPr>
        <p:txBody>
          <a:bodyPr wrap="square">
            <a:spAutoFit/>
          </a:bodyPr>
          <a:lstStyle/>
          <a:p>
            <a:pPr>
              <a:spcAft>
                <a:spcPts val="1200"/>
              </a:spcAft>
              <a:buNone/>
            </a:pPr>
            <a:r>
              <a:rPr lang="en-US" sz="2000" b="1" kern="100" dirty="0">
                <a:latin typeface="Segoe UI" panose="020B0502040204020203" pitchFamily="34" charset="0"/>
                <a:ea typeface="Yu Mincho" panose="02020400000000000000" pitchFamily="18" charset="-128"/>
                <a:cs typeface="Segoe UI" panose="020B0502040204020203" pitchFamily="34" charset="0"/>
              </a:rPr>
              <a:t>Step 5. </a:t>
            </a:r>
            <a:r>
              <a:rPr lang="en-US" sz="2000" b="1" kern="100" dirty="0">
                <a:latin typeface="Segoe UI" panose="020B0502040204020203" pitchFamily="34" charset="0"/>
                <a:ea typeface="DengXian" panose="02010600030101010101" pitchFamily="2" charset="-122"/>
                <a:cs typeface="Segoe UI" panose="020B0502040204020203" pitchFamily="34" charset="0"/>
              </a:rPr>
              <a:t>Annotate the Answer to Align with Cultural Values</a:t>
            </a:r>
            <a:endParaRPr lang="en-US" sz="2000" kern="100" dirty="0">
              <a:latin typeface="Segoe UI" panose="020B0502040204020203" pitchFamily="34" charset="0"/>
              <a:ea typeface="Yu Mincho" panose="02020400000000000000" pitchFamily="18" charset="-128"/>
              <a:cs typeface="Segoe UI" panose="020B0502040204020203" pitchFamily="34" charset="0"/>
            </a:endParaRPr>
          </a:p>
          <a:p>
            <a:pPr>
              <a:spcAft>
                <a:spcPts val="800"/>
              </a:spcAft>
              <a:buNone/>
            </a:pPr>
            <a:r>
              <a:rPr lang="en-US" b="1" kern="100" dirty="0">
                <a:latin typeface="Segoe UI" panose="020B0502040204020203" pitchFamily="34" charset="0"/>
                <a:ea typeface="SimSun" panose="02010600030101010101" pitchFamily="2" charset="-122"/>
                <a:cs typeface="Segoe UI" panose="020B0502040204020203" pitchFamily="34" charset="0"/>
              </a:rPr>
              <a:t>Important Rules</a:t>
            </a:r>
            <a:r>
              <a:rPr lang="en-US" kern="100" dirty="0">
                <a:latin typeface="Segoe UI" panose="020B0502040204020203" pitchFamily="34" charset="0"/>
                <a:ea typeface="SimSun" panose="02010600030101010101" pitchFamily="2" charset="-122"/>
                <a:cs typeface="Segoe UI" panose="020B0502040204020203" pitchFamily="34" charset="0"/>
              </a:rPr>
              <a:t>:</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342900" lvl="0" indent="-342900">
              <a:spcAft>
                <a:spcPts val="600"/>
              </a:spcAft>
              <a:buFont typeface="+mj-lt"/>
              <a:buAutoNum type="arabicPeriod"/>
            </a:pPr>
            <a:r>
              <a:rPr lang="en-US" kern="100" dirty="0">
                <a:latin typeface="Segoe UI" panose="020B0502040204020203" pitchFamily="34" charset="0"/>
                <a:ea typeface="SimSun" panose="02010600030101010101" pitchFamily="2" charset="-122"/>
                <a:cs typeface="Segoe UI" panose="020B0502040204020203" pitchFamily="34" charset="0"/>
              </a:rPr>
              <a:t>For a text fragment for annotation, </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742950" lvl="1" indent="-285750">
              <a:lnSpc>
                <a:spcPct val="110000"/>
              </a:lnSpc>
              <a:buFont typeface="+mj-lt"/>
              <a:buAutoNum type="alphaLcPeriod"/>
            </a:pPr>
            <a:r>
              <a:rPr lang="en-US" kern="100" dirty="0">
                <a:latin typeface="Segoe UI" panose="020B0502040204020203" pitchFamily="34" charset="0"/>
                <a:ea typeface="SimSun" panose="02010600030101010101" pitchFamily="2" charset="-122"/>
                <a:cs typeface="Segoe UI" panose="020B0502040204020203" pitchFamily="34" charset="0"/>
              </a:rPr>
              <a:t>If you delete values, you must delete the corresponding text; </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742950" lvl="1" indent="-285750">
              <a:lnSpc>
                <a:spcPct val="110000"/>
              </a:lnSpc>
              <a:buFont typeface="+mj-lt"/>
              <a:buAutoNum type="alphaLcPeriod"/>
            </a:pPr>
            <a:r>
              <a:rPr lang="en-US" kern="100" dirty="0">
                <a:latin typeface="Segoe UI" panose="020B0502040204020203" pitchFamily="34" charset="0"/>
                <a:ea typeface="SimSun" panose="02010600030101010101" pitchFamily="2" charset="-122"/>
                <a:cs typeface="Segoe UI" panose="020B0502040204020203" pitchFamily="34" charset="0"/>
              </a:rPr>
              <a:t>If you revise values, you must also revise the text accordingly; </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742950" lvl="1" indent="-285750">
              <a:lnSpc>
                <a:spcPct val="110000"/>
              </a:lnSpc>
              <a:buFont typeface="+mj-lt"/>
              <a:buAutoNum type="alphaLcPeriod"/>
            </a:pPr>
            <a:r>
              <a:rPr lang="en-US" kern="100" dirty="0">
                <a:latin typeface="Segoe UI" panose="020B0502040204020203" pitchFamily="34" charset="0"/>
                <a:ea typeface="SimSun" panose="02010600030101010101" pitchFamily="2" charset="-122"/>
                <a:cs typeface="Segoe UI" panose="020B0502040204020203" pitchFamily="34" charset="0"/>
              </a:rPr>
              <a:t>Even if you just keep values without revision, but the text does not align well with the values or the culture behavior practices, you should also revise text accordingly.</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342900" lvl="0" indent="-342900">
              <a:spcBef>
                <a:spcPts val="1200"/>
              </a:spcBef>
              <a:buFont typeface="+mj-lt"/>
              <a:buAutoNum type="arabicPeriod"/>
            </a:pPr>
            <a:r>
              <a:rPr lang="en-US" kern="100" dirty="0">
                <a:latin typeface="Segoe UI" panose="020B0502040204020203" pitchFamily="34" charset="0"/>
                <a:ea typeface="SimSun" panose="02010600030101010101" pitchFamily="2" charset="-122"/>
                <a:cs typeface="Segoe UI" panose="020B0502040204020203" pitchFamily="34" charset="0"/>
              </a:rPr>
              <a:t>Just focus on values and text reflecting values. Please ignore other differences not caused by values, such as language style (colloquial vs. written, formal vs. casual), text format and structure (paragraphing, punctuation conventions, etc.), and length. These issues are not within the scope of annotation.</a:t>
            </a:r>
          </a:p>
          <a:p>
            <a:pPr marL="342900" lvl="0" indent="-342900">
              <a:spcAft>
                <a:spcPts val="800"/>
              </a:spcAft>
              <a:buFont typeface="+mj-lt"/>
              <a:buAutoNum type="arabicPeriod"/>
            </a:pPr>
            <a:endParaRPr lang="en-US" kern="100" dirty="0">
              <a:latin typeface="Segoe UI" panose="020B0502040204020203" pitchFamily="34" charset="0"/>
              <a:ea typeface="SimSun" panose="02010600030101010101" pitchFamily="2" charset="-122"/>
              <a:cs typeface="Segoe UI" panose="020B0502040204020203" pitchFamily="34" charset="0"/>
            </a:endParaRPr>
          </a:p>
          <a:p>
            <a:pPr lvl="0">
              <a:spcAft>
                <a:spcPts val="800"/>
              </a:spcAft>
            </a:pP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lnSpc>
                <a:spcPct val="107000"/>
              </a:lnSpc>
              <a:spcAft>
                <a:spcPts val="800"/>
              </a:spcAft>
              <a:buNone/>
            </a:pPr>
            <a:r>
              <a:rPr lang="en-US" sz="2000" b="1" kern="100" dirty="0">
                <a:latin typeface="Segoe UI" panose="020B0502040204020203" pitchFamily="34" charset="0"/>
                <a:ea typeface="Yu Mincho" panose="02020400000000000000" pitchFamily="18" charset="-128"/>
                <a:cs typeface="Segoe UI" panose="020B0502040204020203" pitchFamily="34" charset="0"/>
              </a:rPr>
              <a:t>Step 6. Annotate the Answer to Align with Personal Values </a:t>
            </a:r>
          </a:p>
          <a:p>
            <a:pPr>
              <a:lnSpc>
                <a:spcPct val="107000"/>
              </a:lnSpc>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Repeat the workflow in Step 5, but use YOUR personal values.</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a:lnSpc>
                <a:spcPct val="107000"/>
              </a:lnSpc>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Ground your annotation on: </a:t>
            </a:r>
            <a:endParaRPr lang="en-US" kern="100" dirty="0">
              <a:latin typeface="Segoe UI" panose="020B0502040204020203" pitchFamily="34" charset="0"/>
              <a:ea typeface="Yu Mincho" panose="02020400000000000000" pitchFamily="18" charset="-128"/>
              <a:cs typeface="Segoe UI" panose="020B0502040204020203" pitchFamily="34" charset="0"/>
            </a:endParaRPr>
          </a:p>
          <a:p>
            <a:pPr marL="342900" lvl="0" indent="-342900">
              <a:lnSpc>
                <a:spcPct val="107000"/>
              </a:lnSpc>
              <a:buFont typeface="Times New Roman" panose="02020603050405020304" pitchFamily="18" charset="0"/>
              <a:buChar char="-"/>
            </a:pPr>
            <a:r>
              <a:rPr lang="en-US" kern="100" dirty="0">
                <a:latin typeface="Segoe UI" panose="020B0502040204020203" pitchFamily="34" charset="0"/>
                <a:ea typeface="DengXian" panose="02010600030101010101" pitchFamily="2" charset="-122"/>
                <a:cs typeface="Segoe UI" panose="020B0502040204020203" pitchFamily="34" charset="0"/>
              </a:rPr>
              <a:t>Whether the values and texts align with your own personal values and behavior practices.</a:t>
            </a:r>
          </a:p>
          <a:p>
            <a:pPr marL="342900" lvl="0" indent="-342900">
              <a:lnSpc>
                <a:spcPct val="107000"/>
              </a:lnSpc>
              <a:spcAft>
                <a:spcPts val="800"/>
              </a:spcAft>
              <a:buFont typeface="Times New Roman" panose="02020603050405020304" pitchFamily="18" charset="0"/>
              <a:buChar char="-"/>
            </a:pPr>
            <a:r>
              <a:rPr lang="en-US" kern="100" dirty="0">
                <a:latin typeface="Segoe UI" panose="020B0502040204020203" pitchFamily="34" charset="0"/>
                <a:ea typeface="DengXian" panose="02010600030101010101" pitchFamily="2" charset="-122"/>
                <a:cs typeface="Segoe UI" panose="020B0502040204020203" pitchFamily="34" charset="0"/>
              </a:rPr>
              <a:t>NOT the mainstream values in your culture.</a:t>
            </a:r>
          </a:p>
          <a:p>
            <a:pPr lvl="0">
              <a:spcAft>
                <a:spcPts val="800"/>
              </a:spcAft>
            </a:pPr>
            <a:endParaRPr lang="en-US" kern="100" dirty="0">
              <a:latin typeface="Segoe UI" panose="020B0502040204020203" pitchFamily="34" charset="0"/>
              <a:ea typeface="SimSun" panose="02010600030101010101" pitchFamily="2" charset="-122"/>
              <a:cs typeface="Segoe UI" panose="020B0502040204020203" pitchFamily="34" charset="0"/>
            </a:endParaRPr>
          </a:p>
        </p:txBody>
      </p:sp>
    </p:spTree>
    <p:extLst>
      <p:ext uri="{BB962C8B-B14F-4D97-AF65-F5344CB8AC3E}">
        <p14:creationId xmlns:p14="http://schemas.microsoft.com/office/powerpoint/2010/main" val="3620651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618BD-3FA1-C47E-7725-CA629FE8A2C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24C62CF-5630-A68B-DA6B-85E137E2F793}"/>
              </a:ext>
            </a:extLst>
          </p:cNvPr>
          <p:cNvSpPr txBox="1"/>
          <p:nvPr/>
        </p:nvSpPr>
        <p:spPr>
          <a:xfrm>
            <a:off x="490041" y="1228209"/>
            <a:ext cx="10857111" cy="3089948"/>
          </a:xfrm>
          <a:prstGeom prst="rect">
            <a:avLst/>
          </a:prstGeom>
          <a:noFill/>
        </p:spPr>
        <p:txBody>
          <a:bodyPr wrap="square">
            <a:spAutoFit/>
          </a:bodyPr>
          <a:lstStyle/>
          <a:p>
            <a:pPr>
              <a:lnSpc>
                <a:spcPct val="107000"/>
              </a:lnSpc>
              <a:spcAft>
                <a:spcPts val="800"/>
              </a:spcAft>
              <a:buNone/>
            </a:pPr>
            <a:r>
              <a:rPr lang="en-US" sz="2000" b="1" kern="100" dirty="0">
                <a:latin typeface="Segoe UI" panose="020B0502040204020203" pitchFamily="34" charset="0"/>
                <a:ea typeface="Yu Mincho" panose="02020400000000000000" pitchFamily="18" charset="-128"/>
                <a:cs typeface="Segoe UI" panose="020B0502040204020203" pitchFamily="34" charset="0"/>
              </a:rPr>
              <a:t>Step 7. Submit and continue</a:t>
            </a:r>
            <a:endParaRPr lang="en-US" sz="2000" kern="100" dirty="0">
              <a:latin typeface="Segoe UI" panose="020B0502040204020203" pitchFamily="34" charset="0"/>
              <a:ea typeface="Yu Mincho" panose="02020400000000000000" pitchFamily="18" charset="-128"/>
              <a:cs typeface="Segoe UI" panose="020B0502040204020203" pitchFamily="34" charset="0"/>
            </a:endParaRPr>
          </a:p>
          <a:p>
            <a:pPr>
              <a:lnSpc>
                <a:spcPct val="107000"/>
              </a:lnSpc>
              <a:spcAft>
                <a:spcPts val="800"/>
              </a:spcAft>
              <a:buNone/>
            </a:pPr>
            <a:endParaRPr lang="en-US" kern="100" dirty="0">
              <a:latin typeface="Segoe UI" panose="020B0502040204020203" pitchFamily="34" charset="0"/>
              <a:ea typeface="DengXian" panose="02010600030101010101" pitchFamily="2" charset="-122"/>
              <a:cs typeface="Segoe UI" panose="020B0502040204020203" pitchFamily="34" charset="0"/>
            </a:endParaRPr>
          </a:p>
          <a:p>
            <a:pPr>
              <a:lnSpc>
                <a:spcPct val="107000"/>
              </a:lnSpc>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C</a:t>
            </a:r>
            <a:r>
              <a:rPr lang="en-US" kern="100" dirty="0">
                <a:latin typeface="Segoe UI" panose="020B0502040204020203" pitchFamily="34" charset="0"/>
                <a:ea typeface="Yu Mincho" panose="02020400000000000000" pitchFamily="18" charset="-128"/>
                <a:cs typeface="Segoe UI" panose="020B0502040204020203" pitchFamily="34" charset="0"/>
              </a:rPr>
              <a:t>lick “Submit” </a:t>
            </a:r>
            <a:r>
              <a:rPr lang="en-US" kern="100" dirty="0">
                <a:latin typeface="Segoe UI" panose="020B0502040204020203" pitchFamily="34" charset="0"/>
                <a:ea typeface="DengXian" panose="02010600030101010101" pitchFamily="2" charset="-122"/>
                <a:cs typeface="Segoe UI" panose="020B0502040204020203" pitchFamily="34" charset="0"/>
              </a:rPr>
              <a:t>and</a:t>
            </a:r>
            <a:r>
              <a:rPr lang="en-US" kern="100" dirty="0">
                <a:latin typeface="Segoe UI" panose="020B0502040204020203" pitchFamily="34" charset="0"/>
                <a:ea typeface="Yu Mincho" panose="02020400000000000000" pitchFamily="18" charset="-128"/>
                <a:cs typeface="Segoe UI" panose="020B0502040204020203" pitchFamily="34" charset="0"/>
              </a:rPr>
              <a:t> go to </a:t>
            </a:r>
            <a:r>
              <a:rPr lang="en-US" kern="100" dirty="0">
                <a:latin typeface="Segoe UI" panose="020B0502040204020203" pitchFamily="34" charset="0"/>
                <a:ea typeface="DengXian" panose="02010600030101010101" pitchFamily="2" charset="-122"/>
                <a:cs typeface="Segoe UI" panose="020B0502040204020203" pitchFamily="34" charset="0"/>
              </a:rPr>
              <a:t>a</a:t>
            </a:r>
            <a:r>
              <a:rPr lang="en-US" kern="100" dirty="0">
                <a:latin typeface="Segoe UI" panose="020B0502040204020203" pitchFamily="34" charset="0"/>
                <a:ea typeface="Yu Mincho" panose="02020400000000000000" pitchFamily="18" charset="-128"/>
                <a:cs typeface="Segoe UI" panose="020B0502040204020203" pitchFamily="34" charset="0"/>
              </a:rPr>
              <a:t> list of completed annotated data.</a:t>
            </a:r>
          </a:p>
          <a:p>
            <a:pPr>
              <a:lnSpc>
                <a:spcPct val="107000"/>
              </a:lnSpc>
              <a:spcAft>
                <a:spcPts val="800"/>
              </a:spcAft>
              <a:buNone/>
            </a:pPr>
            <a:endParaRPr lang="en-US" kern="100" dirty="0">
              <a:latin typeface="Segoe UI" panose="020B0502040204020203" pitchFamily="34" charset="0"/>
              <a:ea typeface="DengXian" panose="02010600030101010101" pitchFamily="2" charset="-122"/>
              <a:cs typeface="Segoe UI" panose="020B0502040204020203" pitchFamily="34" charset="0"/>
            </a:endParaRPr>
          </a:p>
          <a:p>
            <a:pPr>
              <a:lnSpc>
                <a:spcPct val="107000"/>
              </a:lnSpc>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C</a:t>
            </a:r>
            <a:r>
              <a:rPr lang="en-US" kern="100" dirty="0">
                <a:latin typeface="Segoe UI" panose="020B0502040204020203" pitchFamily="34" charset="0"/>
                <a:ea typeface="Yu Mincho" panose="02020400000000000000" pitchFamily="18" charset="-128"/>
                <a:cs typeface="Segoe UI" panose="020B0502040204020203" pitchFamily="34" charset="0"/>
              </a:rPr>
              <a:t>lick “Create New” to continue annotating the next data.</a:t>
            </a:r>
          </a:p>
          <a:p>
            <a:pPr>
              <a:lnSpc>
                <a:spcPct val="107000"/>
              </a:lnSpc>
              <a:spcAft>
                <a:spcPts val="800"/>
              </a:spcAft>
              <a:buNone/>
            </a:pPr>
            <a:endParaRPr lang="en-US" kern="100" dirty="0">
              <a:latin typeface="Segoe UI" panose="020B0502040204020203" pitchFamily="34" charset="0"/>
              <a:ea typeface="DengXian" panose="02010600030101010101" pitchFamily="2" charset="-122"/>
              <a:cs typeface="Segoe UI" panose="020B0502040204020203" pitchFamily="34" charset="0"/>
            </a:endParaRPr>
          </a:p>
          <a:p>
            <a:pPr>
              <a:lnSpc>
                <a:spcPct val="107000"/>
              </a:lnSpc>
              <a:spcAft>
                <a:spcPts val="800"/>
              </a:spcAft>
              <a:buNone/>
            </a:pPr>
            <a:r>
              <a:rPr lang="en-US" kern="100" dirty="0">
                <a:latin typeface="Segoe UI" panose="020B0502040204020203" pitchFamily="34" charset="0"/>
                <a:ea typeface="DengXian" panose="02010600030101010101" pitchFamily="2" charset="-122"/>
                <a:cs typeface="Segoe UI" panose="020B0502040204020203" pitchFamily="34" charset="0"/>
              </a:rPr>
              <a:t>Each annotator must complete at least 12 samples, or </a:t>
            </a:r>
            <a:r>
              <a:rPr lang="en-US" kern="100" dirty="0">
                <a:latin typeface="Segoe UI" panose="020B0502040204020203" pitchFamily="34" charset="0"/>
                <a:ea typeface="Yu Mincho" panose="02020400000000000000" pitchFamily="18" charset="-128"/>
                <a:cs typeface="Segoe UI" panose="020B0502040204020203" pitchFamily="34" charset="0"/>
              </a:rPr>
              <a:t>continue until the total annotation time reaches 3 hours.</a:t>
            </a:r>
          </a:p>
        </p:txBody>
      </p:sp>
    </p:spTree>
    <p:extLst>
      <p:ext uri="{BB962C8B-B14F-4D97-AF65-F5344CB8AC3E}">
        <p14:creationId xmlns:p14="http://schemas.microsoft.com/office/powerpoint/2010/main" val="1545929248"/>
      </p:ext>
    </p:extLst>
  </p:cSld>
  <p:clrMapOvr>
    <a:masterClrMapping/>
  </p:clrMapOvr>
  <mc:AlternateContent xmlns:mc="http://schemas.openxmlformats.org/markup-compatibility/2006" xmlns:p14="http://schemas.microsoft.com/office/powerpoint/2010/main">
    <mc:Choice Requires="p14">
      <p:transition spd="slow" p14:dur="2000" advTm="40658"/>
    </mc:Choice>
    <mc:Fallback xmlns="">
      <p:transition spd="slow" advTm="40658"/>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1399</TotalTime>
  <Words>2529</Words>
  <Application>Microsoft Office PowerPoint</Application>
  <PresentationFormat>Widescreen</PresentationFormat>
  <Paragraphs>244</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Aptos Display</vt:lpstr>
      <vt:lpstr>Arial</vt:lpstr>
      <vt:lpstr>Segoe UI</vt:lpstr>
      <vt:lpstr>Segoe UI Semibold</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Jing Yao</dc:creator>
  <cp:lastModifiedBy>Jing Yao</cp:lastModifiedBy>
  <cp:revision>2</cp:revision>
  <dcterms:created xsi:type="dcterms:W3CDTF">2026-04-12T16:49:26Z</dcterms:created>
  <dcterms:modified xsi:type="dcterms:W3CDTF">2026-04-24T03:11:34Z</dcterms:modified>
</cp:coreProperties>
</file>