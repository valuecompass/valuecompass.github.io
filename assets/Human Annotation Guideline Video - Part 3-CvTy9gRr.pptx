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4" r:id="rId2"/>
    <p:sldId id="273" r:id="rId3"/>
    <p:sldId id="274" r:id="rId4"/>
    <p:sldId id="275" r:id="rId5"/>
    <p:sldId id="277" r:id="rId6"/>
    <p:sldId id="278" r:id="rId7"/>
    <p:sldId id="27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notation CheckList" id="{06E28BAE-D928-41B1-B2A5-A2FF590A7BA0}">
          <p14:sldIdLst>
            <p14:sldId id="264"/>
            <p14:sldId id="273"/>
            <p14:sldId id="274"/>
            <p14:sldId id="275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8D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102B04-7BAD-45E3-AAFD-B11998C0033B}" v="50" dt="2026-04-22T01:16:24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25" autoAdjust="0"/>
    <p:restoredTop sz="76910" autoAdjust="0"/>
  </p:normalViewPr>
  <p:slideViewPr>
    <p:cSldViewPr snapToGrid="0">
      <p:cViewPr varScale="1">
        <p:scale>
          <a:sx n="84" d="100"/>
          <a:sy n="84" d="100"/>
        </p:scale>
        <p:origin x="1168" y="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 Yao" userId="091c40ea-68b6-499e-bae2-99a7feffaccc" providerId="ADAL" clId="{9849F2B6-243E-4743-8232-BD9BFC396A3E}"/>
    <pc:docChg chg="undo redo custSel addSld delSld modSld addSection delSection modSection">
      <pc:chgData name="Jing Yao" userId="091c40ea-68b6-499e-bae2-99a7feffaccc" providerId="ADAL" clId="{9849F2B6-243E-4743-8232-BD9BFC396A3E}" dt="2026-04-22T01:16:24.752" v="7054"/>
      <pc:docMkLst>
        <pc:docMk/>
      </pc:docMkLst>
      <pc:sldChg chg="addSp delSp modSp add mod modTransition modAnim modNotesTx">
        <pc:chgData name="Jing Yao" userId="091c40ea-68b6-499e-bae2-99a7feffaccc" providerId="ADAL" clId="{9849F2B6-243E-4743-8232-BD9BFC396A3E}" dt="2026-04-22T01:16:24.752" v="7054"/>
        <pc:sldMkLst>
          <pc:docMk/>
          <pc:sldMk cId="1922361473" sldId="264"/>
        </pc:sldMkLst>
        <pc:spChg chg="add mod">
          <ac:chgData name="Jing Yao" userId="091c40ea-68b6-499e-bae2-99a7feffaccc" providerId="ADAL" clId="{9849F2B6-243E-4743-8232-BD9BFC396A3E}" dt="2026-04-20T05:35:35.063" v="2873" actId="113"/>
          <ac:spMkLst>
            <pc:docMk/>
            <pc:sldMk cId="1922361473" sldId="264"/>
            <ac:spMk id="3" creationId="{23AB5D5C-F5BE-2DA1-54D8-58EA6BA04D0F}"/>
          </ac:spMkLst>
        </pc:spChg>
        <pc:picChg chg="add del mod">
          <ac:chgData name="Jing Yao" userId="091c40ea-68b6-499e-bae2-99a7feffaccc" providerId="ADAL" clId="{9849F2B6-243E-4743-8232-BD9BFC396A3E}" dt="2026-04-22T01:13:29.320" v="7053"/>
          <ac:picMkLst>
            <pc:docMk/>
            <pc:sldMk cId="1922361473" sldId="264"/>
            <ac:picMk id="8" creationId="{73D122B7-43A2-6C6D-BFB7-7ADB80D061F7}"/>
          </ac:picMkLst>
        </pc:picChg>
        <pc:picChg chg="add mod">
          <ac:chgData name="Jing Yao" userId="091c40ea-68b6-499e-bae2-99a7feffaccc" providerId="ADAL" clId="{9849F2B6-243E-4743-8232-BD9BFC396A3E}" dt="2026-04-22T01:16:24.752" v="7054"/>
          <ac:picMkLst>
            <pc:docMk/>
            <pc:sldMk cId="1922361473" sldId="264"/>
            <ac:picMk id="13" creationId="{5E4AC623-728C-814B-911B-C0BE0DDE8EE4}"/>
          </ac:picMkLst>
        </pc:picChg>
        <pc:picChg chg="add del mod">
          <ac:chgData name="Jing Yao" userId="091c40ea-68b6-499e-bae2-99a7feffaccc" providerId="ADAL" clId="{9849F2B6-243E-4743-8232-BD9BFC396A3E}" dt="2026-04-22T01:13:10.217" v="7051"/>
          <ac:picMkLst>
            <pc:docMk/>
            <pc:sldMk cId="1922361473" sldId="264"/>
            <ac:picMk id="14" creationId="{6DA4DE79-9AC4-3B98-A67F-D2B930E93094}"/>
          </ac:picMkLst>
        </pc:picChg>
      </pc:sldChg>
      <pc:sldChg chg="addSp delSp modSp add mod modTransition addAnim delAnim modAnim modNotesTx">
        <pc:chgData name="Jing Yao" userId="091c40ea-68b6-499e-bae2-99a7feffaccc" providerId="ADAL" clId="{9849F2B6-243E-4743-8232-BD9BFC396A3E}" dt="2026-04-22T01:16:24.752" v="7054"/>
        <pc:sldMkLst>
          <pc:docMk/>
          <pc:sldMk cId="2786427981" sldId="273"/>
        </pc:sldMkLst>
        <pc:spChg chg="mod">
          <ac:chgData name="Jing Yao" userId="091c40ea-68b6-499e-bae2-99a7feffaccc" providerId="ADAL" clId="{9849F2B6-243E-4743-8232-BD9BFC396A3E}" dt="2026-04-20T05:46:57.356" v="3143" actId="108"/>
          <ac:spMkLst>
            <pc:docMk/>
            <pc:sldMk cId="2786427981" sldId="273"/>
            <ac:spMk id="3" creationId="{20FB3273-D903-9D38-D75E-F44A4FB22AF7}"/>
          </ac:spMkLst>
        </pc:spChg>
        <pc:picChg chg="add mod">
          <ac:chgData name="Jing Yao" userId="091c40ea-68b6-499e-bae2-99a7feffaccc" providerId="ADAL" clId="{9849F2B6-243E-4743-8232-BD9BFC396A3E}" dt="2026-04-22T01:16:24.752" v="7054"/>
          <ac:picMkLst>
            <pc:docMk/>
            <pc:sldMk cId="2786427981" sldId="273"/>
            <ac:picMk id="6" creationId="{5C953F93-6CC8-568C-ACB4-DC666F7DE652}"/>
          </ac:picMkLst>
        </pc:picChg>
        <pc:picChg chg="add del mod">
          <ac:chgData name="Jing Yao" userId="091c40ea-68b6-499e-bae2-99a7feffaccc" providerId="ADAL" clId="{9849F2B6-243E-4743-8232-BD9BFC396A3E}" dt="2026-04-22T01:13:10.217" v="7051"/>
          <ac:picMkLst>
            <pc:docMk/>
            <pc:sldMk cId="2786427981" sldId="273"/>
            <ac:picMk id="13" creationId="{1BEBAF6C-B440-F3E6-94D5-392EB34AF692}"/>
          </ac:picMkLst>
        </pc:picChg>
      </pc:sldChg>
      <pc:sldChg chg="addSp delSp modSp add mod modTransition addAnim delAnim modAnim modNotesTx">
        <pc:chgData name="Jing Yao" userId="091c40ea-68b6-499e-bae2-99a7feffaccc" providerId="ADAL" clId="{9849F2B6-243E-4743-8232-BD9BFC396A3E}" dt="2026-04-22T01:16:24.752" v="7054"/>
        <pc:sldMkLst>
          <pc:docMk/>
          <pc:sldMk cId="324624729" sldId="274"/>
        </pc:sldMkLst>
        <pc:spChg chg="mod">
          <ac:chgData name="Jing Yao" userId="091c40ea-68b6-499e-bae2-99a7feffaccc" providerId="ADAL" clId="{9849F2B6-243E-4743-8232-BD9BFC396A3E}" dt="2026-04-20T08:16:36.459" v="3368" actId="14100"/>
          <ac:spMkLst>
            <pc:docMk/>
            <pc:sldMk cId="324624729" sldId="274"/>
            <ac:spMk id="3" creationId="{9EF744DF-075D-0565-5629-A4DA9ADA668D}"/>
          </ac:spMkLst>
        </pc:spChg>
        <pc:picChg chg="add mod">
          <ac:chgData name="Jing Yao" userId="091c40ea-68b6-499e-bae2-99a7feffaccc" providerId="ADAL" clId="{9849F2B6-243E-4743-8232-BD9BFC396A3E}" dt="2026-04-22T01:16:24.752" v="7054"/>
          <ac:picMkLst>
            <pc:docMk/>
            <pc:sldMk cId="324624729" sldId="274"/>
            <ac:picMk id="4" creationId="{60D6CF4D-7EB0-D9FD-832D-F01B3EB36B9F}"/>
          </ac:picMkLst>
        </pc:picChg>
        <pc:picChg chg="add del mod">
          <ac:chgData name="Jing Yao" userId="091c40ea-68b6-499e-bae2-99a7feffaccc" providerId="ADAL" clId="{9849F2B6-243E-4743-8232-BD9BFC396A3E}" dt="2026-04-22T01:13:10.217" v="7051"/>
          <ac:picMkLst>
            <pc:docMk/>
            <pc:sldMk cId="324624729" sldId="274"/>
            <ac:picMk id="6" creationId="{BC3C8894-EFB8-9B33-F7E3-849DD424CDFD}"/>
          </ac:picMkLst>
        </pc:picChg>
      </pc:sldChg>
      <pc:sldChg chg="addSp delSp modSp add modTransition addAnim delAnim modAnim modNotesTx">
        <pc:chgData name="Jing Yao" userId="091c40ea-68b6-499e-bae2-99a7feffaccc" providerId="ADAL" clId="{9849F2B6-243E-4743-8232-BD9BFC396A3E}" dt="2026-04-22T01:16:24.752" v="7054"/>
        <pc:sldMkLst>
          <pc:docMk/>
          <pc:sldMk cId="1276981638" sldId="275"/>
        </pc:sldMkLst>
        <pc:spChg chg="mod">
          <ac:chgData name="Jing Yao" userId="091c40ea-68b6-499e-bae2-99a7feffaccc" providerId="ADAL" clId="{9849F2B6-243E-4743-8232-BD9BFC396A3E}" dt="2026-04-20T08:19:29.851" v="3538" actId="5793"/>
          <ac:spMkLst>
            <pc:docMk/>
            <pc:sldMk cId="1276981638" sldId="275"/>
            <ac:spMk id="3" creationId="{23FBAFA1-0459-C240-BE37-D436E7A2FE60}"/>
          </ac:spMkLst>
        </pc:spChg>
        <pc:picChg chg="add mod">
          <ac:chgData name="Jing Yao" userId="091c40ea-68b6-499e-bae2-99a7feffaccc" providerId="ADAL" clId="{9849F2B6-243E-4743-8232-BD9BFC396A3E}" dt="2026-04-22T01:16:24.752" v="7054"/>
          <ac:picMkLst>
            <pc:docMk/>
            <pc:sldMk cId="1276981638" sldId="275"/>
            <ac:picMk id="4" creationId="{390BCC1D-338D-24B5-81E1-174F2A3AE84A}"/>
          </ac:picMkLst>
        </pc:picChg>
        <pc:picChg chg="add del mod">
          <ac:chgData name="Jing Yao" userId="091c40ea-68b6-499e-bae2-99a7feffaccc" providerId="ADAL" clId="{9849F2B6-243E-4743-8232-BD9BFC396A3E}" dt="2026-04-22T01:13:10.217" v="7051"/>
          <ac:picMkLst>
            <pc:docMk/>
            <pc:sldMk cId="1276981638" sldId="275"/>
            <ac:picMk id="6" creationId="{77E32FEC-3285-4817-71B7-2A7D9DE003FC}"/>
          </ac:picMkLst>
        </pc:picChg>
      </pc:sldChg>
      <pc:sldChg chg="addSp delSp modSp add mod modTransition addAnim delAnim modAnim modNotesTx">
        <pc:chgData name="Jing Yao" userId="091c40ea-68b6-499e-bae2-99a7feffaccc" providerId="ADAL" clId="{9849F2B6-243E-4743-8232-BD9BFC396A3E}" dt="2026-04-22T01:16:24.752" v="7054"/>
        <pc:sldMkLst>
          <pc:docMk/>
          <pc:sldMk cId="4130140429" sldId="277"/>
        </pc:sldMkLst>
        <pc:spChg chg="mod">
          <ac:chgData name="Jing Yao" userId="091c40ea-68b6-499e-bae2-99a7feffaccc" providerId="ADAL" clId="{9849F2B6-243E-4743-8232-BD9BFC396A3E}" dt="2026-04-22T01:08:54.761" v="7050" actId="20577"/>
          <ac:spMkLst>
            <pc:docMk/>
            <pc:sldMk cId="4130140429" sldId="277"/>
            <ac:spMk id="3" creationId="{C368AA42-1C46-89CC-289B-79463FB33BCB}"/>
          </ac:spMkLst>
        </pc:spChg>
        <pc:picChg chg="add mod">
          <ac:chgData name="Jing Yao" userId="091c40ea-68b6-499e-bae2-99a7feffaccc" providerId="ADAL" clId="{9849F2B6-243E-4743-8232-BD9BFC396A3E}" dt="2026-04-22T01:16:24.752" v="7054"/>
          <ac:picMkLst>
            <pc:docMk/>
            <pc:sldMk cId="4130140429" sldId="277"/>
            <ac:picMk id="4" creationId="{9811DFEC-A270-9AE2-5D91-4C8B8EB782DE}"/>
          </ac:picMkLst>
        </pc:picChg>
        <pc:picChg chg="add del mod">
          <ac:chgData name="Jing Yao" userId="091c40ea-68b6-499e-bae2-99a7feffaccc" providerId="ADAL" clId="{9849F2B6-243E-4743-8232-BD9BFC396A3E}" dt="2026-04-22T01:13:10.217" v="7051"/>
          <ac:picMkLst>
            <pc:docMk/>
            <pc:sldMk cId="4130140429" sldId="277"/>
            <ac:picMk id="6" creationId="{0E243253-DE42-2E5E-1E26-5E738E1AA943}"/>
          </ac:picMkLst>
        </pc:picChg>
      </pc:sldChg>
      <pc:sldChg chg="addSp delSp modSp add modTransition addAnim delAnim modAnim modNotesTx">
        <pc:chgData name="Jing Yao" userId="091c40ea-68b6-499e-bae2-99a7feffaccc" providerId="ADAL" clId="{9849F2B6-243E-4743-8232-BD9BFC396A3E}" dt="2026-04-22T01:16:24.752" v="7054"/>
        <pc:sldMkLst>
          <pc:docMk/>
          <pc:sldMk cId="4186128387" sldId="278"/>
        </pc:sldMkLst>
        <pc:spChg chg="mod">
          <ac:chgData name="Jing Yao" userId="091c40ea-68b6-499e-bae2-99a7feffaccc" providerId="ADAL" clId="{9849F2B6-243E-4743-8232-BD9BFC396A3E}" dt="2026-04-20T08:27:17.765" v="4032" actId="108"/>
          <ac:spMkLst>
            <pc:docMk/>
            <pc:sldMk cId="4186128387" sldId="278"/>
            <ac:spMk id="3" creationId="{5F1CBA5B-18AE-FFA7-E46B-513665BAF3A9}"/>
          </ac:spMkLst>
        </pc:spChg>
        <pc:picChg chg="add mod">
          <ac:chgData name="Jing Yao" userId="091c40ea-68b6-499e-bae2-99a7feffaccc" providerId="ADAL" clId="{9849F2B6-243E-4743-8232-BD9BFC396A3E}" dt="2026-04-22T01:16:24.752" v="7054"/>
          <ac:picMkLst>
            <pc:docMk/>
            <pc:sldMk cId="4186128387" sldId="278"/>
            <ac:picMk id="4" creationId="{CA53A3DE-C0D2-B402-3128-BDE113D975E0}"/>
          </ac:picMkLst>
        </pc:picChg>
        <pc:picChg chg="add del mod">
          <ac:chgData name="Jing Yao" userId="091c40ea-68b6-499e-bae2-99a7feffaccc" providerId="ADAL" clId="{9849F2B6-243E-4743-8232-BD9BFC396A3E}" dt="2026-04-22T01:13:10.217" v="7051"/>
          <ac:picMkLst>
            <pc:docMk/>
            <pc:sldMk cId="4186128387" sldId="278"/>
            <ac:picMk id="6" creationId="{8452DB34-7844-F4D4-AE11-94CBA0F082E2}"/>
          </ac:picMkLst>
        </pc:picChg>
      </pc:sldChg>
      <pc:sldChg chg="addSp delSp modSp add mod modTransition addAnim delAnim modAnim modNotesTx">
        <pc:chgData name="Jing Yao" userId="091c40ea-68b6-499e-bae2-99a7feffaccc" providerId="ADAL" clId="{9849F2B6-243E-4743-8232-BD9BFC396A3E}" dt="2026-04-22T01:16:24.752" v="7054"/>
        <pc:sldMkLst>
          <pc:docMk/>
          <pc:sldMk cId="3636852301" sldId="279"/>
        </pc:sldMkLst>
        <pc:spChg chg="add mod">
          <ac:chgData name="Jing Yao" userId="091c40ea-68b6-499e-bae2-99a7feffaccc" providerId="ADAL" clId="{9849F2B6-243E-4743-8232-BD9BFC396A3E}" dt="2026-04-20T08:36:34.813" v="5001" actId="20577"/>
          <ac:spMkLst>
            <pc:docMk/>
            <pc:sldMk cId="3636852301" sldId="279"/>
            <ac:spMk id="4" creationId="{98280A77-B8CD-B684-93FC-530EFAA683F5}"/>
          </ac:spMkLst>
        </pc:spChg>
        <pc:spChg chg="add mod">
          <ac:chgData name="Jing Yao" userId="091c40ea-68b6-499e-bae2-99a7feffaccc" providerId="ADAL" clId="{9849F2B6-243E-4743-8232-BD9BFC396A3E}" dt="2026-04-20T10:14:38.441" v="6988" actId="552"/>
          <ac:spMkLst>
            <pc:docMk/>
            <pc:sldMk cId="3636852301" sldId="279"/>
            <ac:spMk id="10" creationId="{89803850-D2C1-E3F3-E238-186731F26B9A}"/>
          </ac:spMkLst>
        </pc:spChg>
        <pc:spChg chg="add mod">
          <ac:chgData name="Jing Yao" userId="091c40ea-68b6-499e-bae2-99a7feffaccc" providerId="ADAL" clId="{9849F2B6-243E-4743-8232-BD9BFC396A3E}" dt="2026-04-20T10:14:38.441" v="6988" actId="552"/>
          <ac:spMkLst>
            <pc:docMk/>
            <pc:sldMk cId="3636852301" sldId="279"/>
            <ac:spMk id="12" creationId="{16768F5A-E7F7-1A72-4E50-35006BBCE751}"/>
          </ac:spMkLst>
        </pc:spChg>
        <pc:spChg chg="add mod">
          <ac:chgData name="Jing Yao" userId="091c40ea-68b6-499e-bae2-99a7feffaccc" providerId="ADAL" clId="{9849F2B6-243E-4743-8232-BD9BFC396A3E}" dt="2026-04-20T10:14:38.441" v="6988" actId="552"/>
          <ac:spMkLst>
            <pc:docMk/>
            <pc:sldMk cId="3636852301" sldId="279"/>
            <ac:spMk id="14" creationId="{A9DB1EE4-07F1-2C25-B9EE-0AD9BD58AD64}"/>
          </ac:spMkLst>
        </pc:spChg>
        <pc:spChg chg="add mod">
          <ac:chgData name="Jing Yao" userId="091c40ea-68b6-499e-bae2-99a7feffaccc" providerId="ADAL" clId="{9849F2B6-243E-4743-8232-BD9BFC396A3E}" dt="2026-04-20T10:14:38.441" v="6988" actId="552"/>
          <ac:spMkLst>
            <pc:docMk/>
            <pc:sldMk cId="3636852301" sldId="279"/>
            <ac:spMk id="16" creationId="{9784A328-83EA-888C-FD16-90ABB77F8AC6}"/>
          </ac:spMkLst>
        </pc:spChg>
        <pc:spChg chg="add mod">
          <ac:chgData name="Jing Yao" userId="091c40ea-68b6-499e-bae2-99a7feffaccc" providerId="ADAL" clId="{9849F2B6-243E-4743-8232-BD9BFC396A3E}" dt="2026-04-20T10:14:38.441" v="6988" actId="552"/>
          <ac:spMkLst>
            <pc:docMk/>
            <pc:sldMk cId="3636852301" sldId="279"/>
            <ac:spMk id="18" creationId="{FF1473D9-46A7-88B5-EDDA-498C769EBB07}"/>
          </ac:spMkLst>
        </pc:spChg>
        <pc:spChg chg="add mod">
          <ac:chgData name="Jing Yao" userId="091c40ea-68b6-499e-bae2-99a7feffaccc" providerId="ADAL" clId="{9849F2B6-243E-4743-8232-BD9BFC396A3E}" dt="2026-04-20T10:14:38.441" v="6988" actId="552"/>
          <ac:spMkLst>
            <pc:docMk/>
            <pc:sldMk cId="3636852301" sldId="279"/>
            <ac:spMk id="20" creationId="{861DE948-B17E-73A9-A284-0B385EF394D0}"/>
          </ac:spMkLst>
        </pc:spChg>
        <pc:spChg chg="add mod">
          <ac:chgData name="Jing Yao" userId="091c40ea-68b6-499e-bae2-99a7feffaccc" providerId="ADAL" clId="{9849F2B6-243E-4743-8232-BD9BFC396A3E}" dt="2026-04-20T10:14:38.441" v="6988" actId="552"/>
          <ac:spMkLst>
            <pc:docMk/>
            <pc:sldMk cId="3636852301" sldId="279"/>
            <ac:spMk id="22" creationId="{C9E79A4A-3E62-CF86-008F-45884B112D3F}"/>
          </ac:spMkLst>
        </pc:spChg>
        <pc:picChg chg="add mod">
          <ac:chgData name="Jing Yao" userId="091c40ea-68b6-499e-bae2-99a7feffaccc" providerId="ADAL" clId="{9849F2B6-243E-4743-8232-BD9BFC396A3E}" dt="2026-04-22T01:16:24.752" v="7054"/>
          <ac:picMkLst>
            <pc:docMk/>
            <pc:sldMk cId="3636852301" sldId="279"/>
            <ac:picMk id="3" creationId="{92EE1512-335C-2A99-632C-A850D0DF47F6}"/>
          </ac:picMkLst>
        </pc:picChg>
        <pc:picChg chg="add del mod">
          <ac:chgData name="Jing Yao" userId="091c40ea-68b6-499e-bae2-99a7feffaccc" providerId="ADAL" clId="{9849F2B6-243E-4743-8232-BD9BFC396A3E}" dt="2026-04-22T01:13:10.217" v="7051"/>
          <ac:picMkLst>
            <pc:docMk/>
            <pc:sldMk cId="3636852301" sldId="279"/>
            <ac:picMk id="24" creationId="{C0B6B8E0-51EB-783F-1635-50CADE340620}"/>
          </ac:picMkLst>
        </pc:picChg>
      </pc:sldChg>
    </pc:docChg>
  </pc:docChgLst>
  <pc:docChgLst>
    <pc:chgData name="Jing Yao" userId="091c40ea-68b6-499e-bae2-99a7feffaccc" providerId="ADAL" clId="{5E772298-76B7-458D-A4DD-0CE458436BF0}"/>
    <pc:docChg chg="undo redo custSel addSld delSld modSld sldOrd addSection modSection">
      <pc:chgData name="Jing Yao" userId="091c40ea-68b6-499e-bae2-99a7feffaccc" providerId="ADAL" clId="{5E772298-76B7-458D-A4DD-0CE458436BF0}" dt="2026-04-15T14:24:10.204" v="5264" actId="478"/>
      <pc:docMkLst>
        <pc:docMk/>
      </pc:docMkLst>
      <pc:sldChg chg="addSp modSp mod">
        <pc:chgData name="Jing Yao" userId="091c40ea-68b6-499e-bae2-99a7feffaccc" providerId="ADAL" clId="{5E772298-76B7-458D-A4DD-0CE458436BF0}" dt="2026-04-15T14:08:53.556" v="5020" actId="20577"/>
        <pc:sldMkLst>
          <pc:docMk/>
          <pc:sldMk cId="1922361473" sldId="264"/>
        </pc:sldMkLst>
        <pc:spChg chg="add mod">
          <ac:chgData name="Jing Yao" userId="091c40ea-68b6-499e-bae2-99a7feffaccc" providerId="ADAL" clId="{5E772298-76B7-458D-A4DD-0CE458436BF0}" dt="2026-04-15T14:08:53.556" v="5020" actId="20577"/>
          <ac:spMkLst>
            <pc:docMk/>
            <pc:sldMk cId="1922361473" sldId="264"/>
            <ac:spMk id="2" creationId="{3DDD1EC1-BF7D-3592-4869-A3BDDA2A20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41283-612B-461F-9065-80D40B8AAA9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7C494-4730-4793-9545-3295A53E6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63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0B922-742D-3594-62FB-A095673FE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B8796-EAA4-ECE1-6C81-D0A69348D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98992-8D27-C51C-6E7C-726C72A6DC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you understand the full workflow, let’s go through the final checklist.</a:t>
            </a:r>
          </a:p>
          <a:p>
            <a:r>
              <a:rPr lang="en-US" dirty="0"/>
              <a:t>Before you submit your data, please make sure your annotations meet all the requirements.</a:t>
            </a:r>
          </a:p>
          <a:p>
            <a:r>
              <a:rPr lang="en-US" dirty="0"/>
              <a:t>👉 If not, your data may be rejected during review.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注意事项，即自我检查的 </a:t>
            </a:r>
            <a:r>
              <a:rPr lang="en-US" altLang="zh-CN" dirty="0"/>
              <a:t>Check List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B9F36-B24B-8915-D75B-6EE4FEEDF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47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8BCB2-4519-D6D9-4DCB-535980AE0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E840FC-E9C8-9A9F-558B-60DB726AC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E6362-C703-9777-8D5D-8CEED6998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do not assume that platform content is correct.</a:t>
            </a:r>
          </a:p>
          <a:p>
            <a:r>
              <a:rPr lang="en-US" dirty="0"/>
              <a:t>All questions and answers are only for reference and may be incorrect.</a:t>
            </a:r>
          </a:p>
          <a:p>
            <a:r>
              <a:rPr lang="en-US" dirty="0"/>
              <a:t>You must actively review and fix them, including:</a:t>
            </a:r>
          </a:p>
          <a:p>
            <a:r>
              <a:rPr lang="en-US" dirty="0"/>
              <a:t>Revise or discard questions that are impractical or irrelevant to your culture;</a:t>
            </a:r>
          </a:p>
          <a:p>
            <a:r>
              <a:rPr lang="en-US" dirty="0"/>
              <a:t>Revise values and texts that do not align with cultural values / personal values;</a:t>
            </a:r>
          </a:p>
          <a:p>
            <a:r>
              <a:rPr lang="en-US" dirty="0"/>
              <a:t>Add key points that are missing in current responses.</a:t>
            </a:r>
          </a:p>
          <a:p>
            <a:endParaRPr lang="en-US" dirty="0"/>
          </a:p>
          <a:p>
            <a:r>
              <a:rPr lang="en-US" dirty="0"/>
              <a:t>Second, always follow the instructions in each step carefully.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D457F-95E3-ABE8-A94E-1B67773F1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39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65FB-CC0C-BC3B-5CD5-5E7BB38D8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32107-31BC-C622-0A43-9D8956141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CB64F-E552-7D65-F6EB-A1FA23F2F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Third, keep question types covered and balanced.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must use all three types of questions: “Create New,” “Select existing,” “Refine existing”.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 them roughly balanced. Overuse of one type will NOT be counted.</a:t>
            </a:r>
          </a:p>
          <a:p>
            <a:endParaRPr lang="en-US" dirty="0"/>
          </a:p>
          <a:p>
            <a:r>
              <a:rPr lang="en-US" dirty="0"/>
              <a:t>Fourth, make sure your question meets the quality requirements. importance must be at least 3 </a:t>
            </a:r>
          </a:p>
          <a:p>
            <a:r>
              <a:rPr lang="en-US" dirty="0"/>
              <a:t>frequency must be at least 3 </a:t>
            </a:r>
          </a:p>
          <a:p>
            <a:r>
              <a:rPr lang="en-US" dirty="0"/>
              <a:t>and at least one must be 4 or higher </a:t>
            </a:r>
          </a:p>
          <a:p>
            <a:r>
              <a:rPr lang="en-US" dirty="0"/>
              <a:t>👉 If not, this data will be rejected.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DD5EC-9C05-2BF7-47BF-515DA9CA1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84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32A94-33E4-E6B7-F224-BE2B11BF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D496F-685D-DD07-80D3-6C3F0ED97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32A4E-B578-E817-EF95-027D314D1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Fifth, when annotating the text fragments, you should always keep value and text consistent, following these rules:</a:t>
            </a:r>
          </a:p>
          <a:p>
            <a:endParaRPr lang="en-US" dirty="0"/>
          </a:p>
          <a:p>
            <a:pPr lvl="0"/>
            <a:r>
              <a:rPr lang="en-US" dirty="0"/>
              <a:t>If you delete values, you must delete the corresponding text; </a:t>
            </a:r>
            <a:endParaRPr lang="en-US" sz="2000" dirty="0"/>
          </a:p>
          <a:p>
            <a:pPr lvl="0"/>
            <a:r>
              <a:rPr lang="en-US" dirty="0"/>
              <a:t>If you revise values, you must also revise the text accordingly; </a:t>
            </a:r>
            <a:endParaRPr lang="en-US" sz="2000" dirty="0"/>
          </a:p>
          <a:p>
            <a:pPr lvl="0"/>
            <a:r>
              <a:rPr lang="en-US" dirty="0"/>
              <a:t>Even if you just keep values without revision, but the text does not align well with the values or the culture behavior practices, you should also revise text accordingly.</a:t>
            </a:r>
          </a:p>
          <a:p>
            <a:pPr lvl="0"/>
            <a:endParaRPr lang="en-US" sz="2000" dirty="0"/>
          </a:p>
          <a:p>
            <a:pPr lvl="0"/>
            <a:r>
              <a:rPr lang="en-US" sz="2000" dirty="0"/>
              <a:t>Also remember: Only focus on values and texts reflecting values. Ignore other differences not caused by values, such as language style, text format and structure.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B3889-2FEB-64B3-096B-10813335E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8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2EC5E-9E19-033B-B6F8-8689B013A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CE979-58CF-3F93-C35D-69AC1F2A1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CB4130-525B-9468-D1E9-1707D9A13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Sixth, In the questionnaire </a:t>
            </a:r>
            <a:r>
              <a:rPr lang="en-US" i="1" dirty="0"/>
              <a:t>“Cultural Values Survey”, there is tasks requiring you to provide </a:t>
            </a:r>
            <a:r>
              <a:rPr lang="en-US" dirty="0"/>
              <a:t>“personal values statement” and the “cultural values statement”.</a:t>
            </a:r>
          </a:p>
          <a:p>
            <a:r>
              <a:rPr lang="en-US" dirty="0"/>
              <a:t>Remember to answer the value profile from at least three of the following angles.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BF153-6439-052D-5E64-E3C706472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22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9841F-D155-8147-F131-308382590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6C31C-ACF6-2811-D0D7-A42E80616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519AD-1A26-E568-DCD8-77612ACEC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Finally, remember to clearly separate the two perspectives.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Cultural perspective means values, social norms and behavior practices shared by MOST people in your culture, even if yourself disagree.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Personal perspective means what YOU believe, including values, social norms and behavior practices.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lang="en-US" dirty="0"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Also, do not rely on a traditional, stereotypical, or single cultural perspective. Instead, you should reflect realistic and current cultural norms.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A1C43-EA85-E68B-BA2B-AD88D7BFAB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24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C51BC-F930-5048-7F47-9A6F17DD9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529E3-48FD-BF71-9C45-677A9DD91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4F7D8-D6EF-543E-D98D-7C7F6D8A1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you submit, do a quick check: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 you revised 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all content you think incorrect or misaligned?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Do you follow instructions in each step carefully?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Are three types of questions covered and balanced?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Are questions realistic and representative, meeting score requirements?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en-US" sz="1200" dirty="0"/>
              <a:t> 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value and text revision consistent and add missing points.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Are value profiles described from more than three aspects?</a:t>
            </a:r>
            <a:b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Do you clearly separate cultural and personal perspectives.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all answers are yes, you are ready to submit.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004A1-F4D1-50E6-E0F9-9063F417F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7C494-4730-4793-9545-3295A53E60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25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F23F-80C4-3E4F-508F-3BF079CF1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C86D0-8866-FEF6-EF96-E19F7F6FB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830C6-2FDB-FB90-404D-4042FFF90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27769-D473-5A03-B077-15FC046D3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B9946-AA93-4AFC-8295-A7B50DDD9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2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38F6B-64A5-985D-ABDF-A3E6F625D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D547E-BA31-AEE9-0845-483C3D376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4B5A4-BEDE-B9D2-6C76-1A922041F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8FFE9-57BB-A63D-AB15-09D7504A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099A-78E4-A012-8DA9-43E02F71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3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AE66-EDF4-DBCA-E1DA-8C41CFDEE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DD991-EA82-A415-F107-E4FAA2BA5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382FC-C118-8B1C-460D-B1B7B78B9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207E6-9349-154E-B0EC-559038FF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985F1-4FD8-029F-D470-14C53C2F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41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CCE30-2138-9A76-5053-DA25E115D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6706B-5D41-80F8-5448-1C5ABE39E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2CFD2-5B33-83C0-A3C2-97553F7E8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C7D35-AF68-C828-AA8F-C1A117729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076E8-E6AC-5B20-888A-C68311BFB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1ACA4-49F3-E8E0-B6BF-19E5AAD7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22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8CFFB-02E4-2AD8-923D-421E9F283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0196A-5EAB-018E-B8C1-16F7F6099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65258-1C49-128D-1F6A-186838EB1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8261C-D2B2-C3E9-68F4-BA445DBA3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89C00-17DE-196A-6BD1-4884C10E4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90F2B5-E3B8-3D61-175B-2ACC891A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0544E-DCA6-61B3-23FF-784C8F3D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4C32B8-F596-B88B-08BC-DCDCFD56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8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92D1-9D10-F26A-0BBC-53F8DF0E3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79D55-778D-F82F-6476-E7FA9AE5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82FDB-C8C8-0FC1-4E1D-0078C6D2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86EB3-6CC4-C529-5866-0FBE55E3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13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9A830-AFFB-8AE8-9620-69D397142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5B7C2-9A92-B44E-893E-9529C6ADB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1B5E1-2B8A-3404-4FC2-68A8575E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57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C967-81A4-0B8C-9DC2-89F79085F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DCE9-0C5C-9389-B3B6-3BDAE0691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A989-D45E-2B7A-750B-FA722D98B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62A47-4ECB-0173-F8DF-E5838031F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F1556-FE40-4F04-F4DA-5DFC799B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9BCBE-AE5A-CC77-3B87-D4BEE42E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3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1403D-4F1C-0518-EC7F-B72FE904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739C96-0245-9E9C-A56F-EC1F15A7B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01562-6A64-BFD7-700E-4F174B952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C31CF-B71B-76A2-A7DD-FB31CB75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00162-91A8-9FAC-683F-4B37B565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115B4-F891-28AD-8996-A8E610070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9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98F59-F356-8D66-59DF-A420C325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655B0-A7AF-ED90-2B48-C9AC0F4D6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A5150-4B7C-6BCF-94FA-F0B5953AD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0CDC2-1713-67AD-6880-3C4F1EC9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5D881-AF46-EBF4-90BF-BAC2ED04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60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2FA39-262E-2305-92F6-175B19A3A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B7A8D-6EFA-9318-F315-956CE4701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653D6-112F-A2AE-F3C3-8FCE5F895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99E7D-1195-024B-493E-8E7BE7A7E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15CBC-D38B-AE94-2104-F6B1D25F0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A3AA3-1E5A-3FA9-3A8D-9AF9688EF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EF705-44E2-072C-0E44-D2B2B5975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98E0C-B897-EFE0-DE8D-A9947E56E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60997-56DF-44FB-997C-8C3755B6F122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CE78E-2305-1064-1FB0-9C5E6D37C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E4EC6-48C5-A055-B9A6-231AF9DD2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E74F9-D56D-4DC6-98E9-C4C8A8ABE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9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3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F8C2A-C8E2-2C23-F579-BCB8EB3D1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DD1EC1-BF7D-3592-4869-A3BDDA2A20D2}"/>
              </a:ext>
            </a:extLst>
          </p:cNvPr>
          <p:cNvSpPr txBox="1"/>
          <p:nvPr/>
        </p:nvSpPr>
        <p:spPr>
          <a:xfrm>
            <a:off x="2114938" y="2295330"/>
            <a:ext cx="8826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Part 3. Annotation </a:t>
            </a:r>
            <a:r>
              <a:rPr lang="en-US" sz="4000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CheckList</a:t>
            </a:r>
            <a:endParaRPr lang="en-US" sz="40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AB5D5C-F5BE-2DA1-54D8-58EA6BA04D0F}"/>
              </a:ext>
            </a:extLst>
          </p:cNvPr>
          <p:cNvSpPr txBox="1"/>
          <p:nvPr/>
        </p:nvSpPr>
        <p:spPr>
          <a:xfrm>
            <a:off x="1565896" y="3646037"/>
            <a:ext cx="99248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EE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!!!</a:t>
            </a:r>
            <a:r>
              <a:rPr lang="en-US" sz="3200" dirty="0">
                <a:solidFill>
                  <a:srgbClr val="EE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 </a:t>
            </a:r>
            <a:r>
              <a:rPr lang="en-US" sz="3200" dirty="0">
                <a:solidFill>
                  <a:srgbClr val="EE0000"/>
                </a:solidFill>
              </a:rPr>
              <a:t>Make sure your data meets all requirements. Otherwise, it may be </a:t>
            </a:r>
            <a:r>
              <a:rPr lang="en-US" sz="3200" b="1" dirty="0">
                <a:solidFill>
                  <a:srgbClr val="EE0000"/>
                </a:solidFill>
              </a:rPr>
              <a:t>rejected</a:t>
            </a:r>
            <a:r>
              <a:rPr lang="en-US" sz="3200" dirty="0">
                <a:solidFill>
                  <a:srgbClr val="EE0000"/>
                </a:solidFill>
              </a:rPr>
              <a:t>.</a:t>
            </a:r>
          </a:p>
        </p:txBody>
      </p:sp>
      <p:pic>
        <p:nvPicPr>
          <p:cNvPr id="13" name="Audio 12">
            <a:extLst>
              <a:ext uri="{FF2B5EF4-FFF2-40B4-BE49-F238E27FC236}">
                <a16:creationId xmlns:a16="http://schemas.microsoft.com/office/drawing/2014/main" id="{5E4AC623-728C-814B-911B-C0BE0DDE8E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61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76"/>
    </mc:Choice>
    <mc:Fallback>
      <p:transition spd="slow" advTm="100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22F25-70BC-9047-922A-6204514D8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B3273-D903-9D38-D75E-F44A4FB22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2" y="321014"/>
            <a:ext cx="11130773" cy="74290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3.1 Do NOT assume platform content is correct</a:t>
            </a:r>
            <a:endParaRPr lang="en-US" dirty="0"/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All questions and answers provided by the platform are only for reference and </a:t>
            </a:r>
            <a:r>
              <a:rPr lang="en-US" b="1" dirty="0"/>
              <a:t>may be incorrect</a:t>
            </a:r>
            <a:r>
              <a:rPr lang="en-US" dirty="0"/>
              <a:t>. You must: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Revise or discard questions that are impractical or irrelevant to your culture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Revise values and texts that do not align with cultural values / personal values.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Add key points that are missing in current responses.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3.2 Follow instructions in each step carefully</a:t>
            </a:r>
            <a:endParaRPr lang="en-US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In each step, carefully follow the provided instructions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Do not skip constraints.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Try your best to create high-quality data that are realistic and representative for your culture.</a:t>
            </a:r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5C953F93-6CC8-568C-ACB4-DC666F7DE652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86427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027"/>
    </mc:Choice>
    <mc:Fallback>
      <p:transition spd="slow" advTm="360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430E-8982-F49E-1209-4EECF8D03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744DF-075D-0565-5629-A4DA9ADA6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2" y="321014"/>
            <a:ext cx="10754029" cy="6423915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3.3 Keep question types covered and balanced</a:t>
            </a:r>
            <a:endParaRPr lang="en-US" dirty="0"/>
          </a:p>
          <a:p>
            <a:r>
              <a:rPr lang="en-US" sz="2400" dirty="0"/>
              <a:t>You must use all three types of questions: “Create New,” “Select existing,” “Refine existing”. </a:t>
            </a:r>
          </a:p>
          <a:p>
            <a:r>
              <a:rPr lang="en-US" sz="2400" dirty="0"/>
              <a:t>Keep them roughly balanced (~ 1:1:1)</a:t>
            </a:r>
          </a:p>
          <a:p>
            <a:r>
              <a:rPr lang="en-US" sz="2400" dirty="0"/>
              <a:t>Overuse of one type will NOT be counted.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dirty="0"/>
              <a:t>3.4 Ensure question quality</a:t>
            </a:r>
            <a:endParaRPr lang="en-US" dirty="0"/>
          </a:p>
          <a:p>
            <a:r>
              <a:rPr lang="en-US" dirty="0"/>
              <a:t>For every question (Create New, Select existing, Refine existing), you must ensure:</a:t>
            </a:r>
          </a:p>
          <a:p>
            <a:pPr lvl="1"/>
            <a:r>
              <a:rPr lang="en-US" dirty="0"/>
              <a:t>Importance score &gt;= 3</a:t>
            </a:r>
          </a:p>
          <a:p>
            <a:pPr lvl="1"/>
            <a:r>
              <a:rPr lang="en-US" dirty="0"/>
              <a:t>Frequency score &gt;= 3</a:t>
            </a:r>
          </a:p>
          <a:p>
            <a:pPr lvl="1"/>
            <a:r>
              <a:rPr lang="en-US" dirty="0"/>
              <a:t>At least one dimension &gt;= 4</a:t>
            </a:r>
          </a:p>
          <a:p>
            <a:r>
              <a:rPr lang="en-US" dirty="0"/>
              <a:t>Otherwise, this piece of data would be rejected.</a:t>
            </a:r>
          </a:p>
        </p:txBody>
      </p:sp>
      <p:pic>
        <p:nvPicPr>
          <p:cNvPr id="4" name="Audio 3">
            <a:extLst>
              <a:ext uri="{FF2B5EF4-FFF2-40B4-BE49-F238E27FC236}">
                <a16:creationId xmlns:a16="http://schemas.microsoft.com/office/drawing/2014/main" id="{60D6CF4D-7EB0-D9FD-832D-F01B3EB36B9F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4624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456"/>
    </mc:Choice>
    <mc:Fallback>
      <p:transition spd="slow" advTm="2845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5B5DA-6934-F41D-EA5D-CBBF3D33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AFA1-0459-C240-BE37-D436E7A2F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3" y="321014"/>
            <a:ext cx="10515600" cy="6536986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3.5 Follow value-text revision consistency</a:t>
            </a:r>
          </a:p>
          <a:p>
            <a:r>
              <a:rPr lang="en-US" dirty="0"/>
              <a:t>When annotating text fragments in Step 5 &amp; 6, always follow these rules:</a:t>
            </a:r>
            <a:endParaRPr lang="en-US" sz="2400" dirty="0"/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If you delete values, you must delete the corresponding text; </a:t>
            </a:r>
            <a:endParaRPr lang="en-US" sz="2000" dirty="0"/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If you revise values, you must also revise the text accordingly; </a:t>
            </a:r>
            <a:endParaRPr lang="en-US" sz="2000" dirty="0"/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Even if you just keep values without revision, but the text does not align well with the values or the culture behavior practices, you should also revise text accordingly.</a:t>
            </a:r>
          </a:p>
          <a:p>
            <a:pPr marL="457200" lvl="1" indent="0">
              <a:lnSpc>
                <a:spcPct val="100000"/>
              </a:lnSpc>
              <a:spcAft>
                <a:spcPts val="600"/>
              </a:spcAft>
              <a:buNone/>
            </a:pPr>
            <a:endParaRPr lang="en-US" sz="2000" dirty="0"/>
          </a:p>
          <a:p>
            <a:r>
              <a:rPr lang="en-US" dirty="0"/>
              <a:t>Just focus on values and text reflecting values. </a:t>
            </a:r>
          </a:p>
          <a:p>
            <a:r>
              <a:rPr lang="en-US" dirty="0"/>
              <a:t>Ignore other differences not caused by values, such as language style, text format and structure.</a:t>
            </a:r>
            <a:endParaRPr lang="en-US" sz="2400" dirty="0"/>
          </a:p>
        </p:txBody>
      </p:sp>
      <p:pic>
        <p:nvPicPr>
          <p:cNvPr id="4" name="Audio 3">
            <a:extLst>
              <a:ext uri="{FF2B5EF4-FFF2-40B4-BE49-F238E27FC236}">
                <a16:creationId xmlns:a16="http://schemas.microsoft.com/office/drawing/2014/main" id="{390BCC1D-338D-24B5-81E1-174F2A3AE84A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6981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895"/>
    </mc:Choice>
    <mc:Fallback>
      <p:transition spd="slow" advTm="368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B9FA-CF60-975A-1856-BF5EBE985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8AA42-1C46-89CC-289B-79463FB33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3" y="321014"/>
            <a:ext cx="10515600" cy="6536986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/>
              <a:t>3.6 Answer from multiple angles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 </a:t>
            </a:r>
            <a:r>
              <a:rPr lang="en-US" i="1" dirty="0"/>
              <a:t>“Cultural Values Survey”, </a:t>
            </a:r>
            <a:r>
              <a:rPr lang="en-US" dirty="0"/>
              <a:t>you need to </a:t>
            </a:r>
            <a:r>
              <a:rPr lang="en-US" dirty="0" err="1"/>
              <a:t>provide“personal</a:t>
            </a:r>
            <a:r>
              <a:rPr lang="en-US" dirty="0"/>
              <a:t> values statement” and the “cultural values statement”. You must answer the value profile from </a:t>
            </a:r>
            <a:r>
              <a:rPr lang="en-US" i="1" dirty="0"/>
              <a:t>at least 3 of the following angles</a:t>
            </a:r>
            <a:r>
              <a:rPr lang="en-US" dirty="0"/>
              <a:t>: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What do you value most in your work or studies?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What do you value most in relationships with friends, partners, or colleagues?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How do you approach and treat family members?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How do you view fairness and rules?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What kind of lifestyle do you pursue (e.g., stability, freedom, self-realization, etc.)?</a:t>
            </a:r>
          </a:p>
          <a:p>
            <a:pPr marL="457200" lvl="1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dirty="0"/>
              <a:t>…</a:t>
            </a:r>
          </a:p>
        </p:txBody>
      </p:sp>
      <p:pic>
        <p:nvPicPr>
          <p:cNvPr id="4" name="Audio 3">
            <a:extLst>
              <a:ext uri="{FF2B5EF4-FFF2-40B4-BE49-F238E27FC236}">
                <a16:creationId xmlns:a16="http://schemas.microsoft.com/office/drawing/2014/main" id="{9811DFEC-A270-9AE2-5D91-4C8B8EB782DE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0140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170"/>
    </mc:Choice>
    <mc:Fallback>
      <p:transition spd="slow" advTm="1217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851D7-3559-F433-23AB-2ECAAE9B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CBA5B-18AE-FFA7-E46B-513665BAF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3" y="321014"/>
            <a:ext cx="10515600" cy="653698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b="1" dirty="0"/>
              <a:t>3.7 Separate “Cultural Perspective” and “Personal Perspective”</a:t>
            </a:r>
            <a:endParaRPr lang="en-US" dirty="0"/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Cultural perspective = values, social norms and behavior practices shared by MOST people in your culture, even if yourself disagree.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Personal perspective = what YOU believe, including values, social norms and behavior practices</a:t>
            </a:r>
          </a:p>
          <a:p>
            <a:endParaRPr lang="en-US" dirty="0"/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b="1" dirty="0"/>
              <a:t>3.8 Do not rely on stereotypes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You must NOT stay at a traditional, stereotypical, or single cultural perspective.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Instead, you should reflect realistic and current cultural norms.</a:t>
            </a:r>
          </a:p>
        </p:txBody>
      </p:sp>
      <p:pic>
        <p:nvPicPr>
          <p:cNvPr id="4" name="Audio 3">
            <a:extLst>
              <a:ext uri="{FF2B5EF4-FFF2-40B4-BE49-F238E27FC236}">
                <a16:creationId xmlns:a16="http://schemas.microsoft.com/office/drawing/2014/main" id="{CA53A3DE-C0D2-B402-3128-BDE113D975E0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6128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671"/>
    </mc:Choice>
    <mc:Fallback>
      <p:transition spd="slow" advTm="316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CC53F-83C6-E0A1-A30E-D000DC222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280A77-B8CD-B684-93FC-530EFAA683F5}"/>
              </a:ext>
            </a:extLst>
          </p:cNvPr>
          <p:cNvSpPr txBox="1"/>
          <p:nvPr/>
        </p:nvSpPr>
        <p:spPr>
          <a:xfrm>
            <a:off x="533402" y="376624"/>
            <a:ext cx="99340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Segoe UI" panose="020B0502040204020203" pitchFamily="34" charset="0"/>
                <a:cs typeface="Segoe UI" panose="020B0502040204020203" pitchFamily="34" charset="0"/>
              </a:rPr>
              <a:t>Before You Submit, Ensure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803850-D2C1-E3F3-E238-186731F26B9A}"/>
              </a:ext>
            </a:extLst>
          </p:cNvPr>
          <p:cNvSpPr txBox="1"/>
          <p:nvPr/>
        </p:nvSpPr>
        <p:spPr>
          <a:xfrm>
            <a:off x="533400" y="2186681"/>
            <a:ext cx="10280372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✅ Followed instructions in each step carefully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768F5A-E7F7-1A72-4E50-35006BBCE751}"/>
              </a:ext>
            </a:extLst>
          </p:cNvPr>
          <p:cNvSpPr txBox="1"/>
          <p:nvPr/>
        </p:nvSpPr>
        <p:spPr>
          <a:xfrm>
            <a:off x="533400" y="2913682"/>
            <a:ext cx="8372059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✅ Three types of questions are covered and balanced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DB1EE4-07F1-2C25-B9EE-0AD9BD58AD64}"/>
              </a:ext>
            </a:extLst>
          </p:cNvPr>
          <p:cNvSpPr txBox="1"/>
          <p:nvPr/>
        </p:nvSpPr>
        <p:spPr>
          <a:xfrm>
            <a:off x="533400" y="3640683"/>
            <a:ext cx="9224961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✅ Questions is realistic and representative, meeting score requirements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84A328-83EA-888C-FD16-90ABB77F8AC6}"/>
              </a:ext>
            </a:extLst>
          </p:cNvPr>
          <p:cNvSpPr txBox="1"/>
          <p:nvPr/>
        </p:nvSpPr>
        <p:spPr>
          <a:xfrm>
            <a:off x="533400" y="4367684"/>
            <a:ext cx="9783415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✅ Value and text revision is consistent, add missing points.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1473D9-46A7-88B5-EDDA-498C769EBB07}"/>
              </a:ext>
            </a:extLst>
          </p:cNvPr>
          <p:cNvSpPr txBox="1"/>
          <p:nvPr/>
        </p:nvSpPr>
        <p:spPr>
          <a:xfrm>
            <a:off x="533400" y="5094685"/>
            <a:ext cx="9783415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✅ Value profiles are described from more than three aspects.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1DE948-B17E-73A9-A284-0B385EF394D0}"/>
              </a:ext>
            </a:extLst>
          </p:cNvPr>
          <p:cNvSpPr txBox="1"/>
          <p:nvPr/>
        </p:nvSpPr>
        <p:spPr>
          <a:xfrm>
            <a:off x="533400" y="5821685"/>
            <a:ext cx="9783415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✅ Clearly separate cultural and personal perspectives.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E79A4A-3E62-CF86-008F-45884B112D3F}"/>
              </a:ext>
            </a:extLst>
          </p:cNvPr>
          <p:cNvSpPr txBox="1"/>
          <p:nvPr/>
        </p:nvSpPr>
        <p:spPr>
          <a:xfrm>
            <a:off x="533400" y="1459680"/>
            <a:ext cx="9372599" cy="307777"/>
          </a:xfrm>
          <a:prstGeom prst="rect">
            <a:avLst/>
          </a:prstGeom>
          <a:noFill/>
        </p:spPr>
        <p:txBody>
          <a:bodyPr wrap="square" tIns="0" rIns="0" bIns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✅ Have revised all content you think incorrect or misaligned.</a:t>
            </a:r>
            <a:endParaRPr lang="en-US" sz="2000" dirty="0"/>
          </a:p>
        </p:txBody>
      </p:sp>
      <p:pic>
        <p:nvPicPr>
          <p:cNvPr id="3" name="Audio 2">
            <a:extLst>
              <a:ext uri="{FF2B5EF4-FFF2-40B4-BE49-F238E27FC236}">
                <a16:creationId xmlns:a16="http://schemas.microsoft.com/office/drawing/2014/main" id="{92EE1512-335C-2A99-632C-A850D0DF47F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69700" y="6235700"/>
            <a:ext cx="406400" cy="40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36852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553"/>
    </mc:Choice>
    <mc:Fallback>
      <p:transition spd="slow" advTm="85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10" grpId="0"/>
      <p:bldP spid="12" grpId="0"/>
      <p:bldP spid="14" grpId="0"/>
      <p:bldP spid="16" grpId="0"/>
      <p:bldP spid="18" grpId="0"/>
      <p:bldP spid="20" grpId="0"/>
      <p:bldP spid="2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.2|0.5|0.5|0.6|0.7|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1128</Words>
  <Application>Microsoft Office PowerPoint</Application>
  <PresentationFormat>Widescreen</PresentationFormat>
  <Paragraphs>105</Paragraphs>
  <Slides>7</Slides>
  <Notes>7</Notes>
  <HiddenSlides>0</HiddenSlides>
  <MMClips>7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ADLaM Display</vt:lpstr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 Yao</dc:creator>
  <cp:lastModifiedBy>Jing Yao</cp:lastModifiedBy>
  <cp:revision>1</cp:revision>
  <dcterms:created xsi:type="dcterms:W3CDTF">2026-04-12T16:49:26Z</dcterms:created>
  <dcterms:modified xsi:type="dcterms:W3CDTF">2026-04-22T01:16:34Z</dcterms:modified>
</cp:coreProperties>
</file>