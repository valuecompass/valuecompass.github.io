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66" r:id="rId4"/>
    <p:sldId id="268" r:id="rId5"/>
    <p:sldId id="269" r:id="rId6"/>
    <p:sldId id="270" r:id="rId7"/>
    <p:sldId id="27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ject" id="{929E5BDF-14DB-42A0-AEB5-974016DC55E7}">
          <p14:sldIdLst>
            <p14:sldId id="256"/>
          </p14:sldIdLst>
        </p14:section>
        <p14:section name="Background Knowledge" id="{DB543E3A-4165-4981-91BC-2D9B18C887AB}">
          <p14:sldIdLst>
            <p14:sldId id="257"/>
            <p14:sldId id="266"/>
            <p14:sldId id="268"/>
            <p14:sldId id="269"/>
            <p14:sldId id="270"/>
            <p14:sldId id="27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8D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8D0560-4D99-4E5E-B693-15F5DA0BC689}" v="583" dt="2026-05-21T08:57:54.808"/>
    <p1510:client id="{D456295B-2B61-4BA4-B50F-20952AA79BE2}" v="56" dt="2026-05-21T09:55:41.6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ng Yao" userId="091c40ea-68b6-499e-bae2-99a7feffaccc" providerId="ADAL" clId="{9849F2B6-243E-4743-8232-BD9BFC396A3E}"/>
    <pc:docChg chg="undo redo custSel addSld delSld modSld addSection delSection modSection">
      <pc:chgData name="Jing Yao" userId="091c40ea-68b6-499e-bae2-99a7feffaccc" providerId="ADAL" clId="{9849F2B6-243E-4743-8232-BD9BFC396A3E}" dt="2026-05-21T09:55:41.620" v="7125"/>
      <pc:docMkLst>
        <pc:docMk/>
      </pc:docMkLst>
      <pc:sldChg chg="addSp delSp modSp mod modTransition modAnim modNotesTx">
        <pc:chgData name="Jing Yao" userId="091c40ea-68b6-499e-bae2-99a7feffaccc" providerId="ADAL" clId="{9849F2B6-243E-4743-8232-BD9BFC396A3E}" dt="2026-05-21T09:55:41.620" v="7125"/>
        <pc:sldMkLst>
          <pc:docMk/>
          <pc:sldMk cId="2002474622" sldId="256"/>
        </pc:sldMkLst>
        <pc:picChg chg="add del mod">
          <ac:chgData name="Jing Yao" userId="091c40ea-68b6-499e-bae2-99a7feffaccc" providerId="ADAL" clId="{9849F2B6-243E-4743-8232-BD9BFC396A3E}" dt="2026-05-21T09:37:45.573" v="7071"/>
          <ac:picMkLst>
            <pc:docMk/>
            <pc:sldMk cId="2002474622" sldId="256"/>
            <ac:picMk id="6" creationId="{C5ED2998-940D-2A0D-B63D-7B747241DA7F}"/>
          </ac:picMkLst>
        </pc:picChg>
        <pc:picChg chg="add del mod">
          <ac:chgData name="Jing Yao" userId="091c40ea-68b6-499e-bae2-99a7feffaccc" providerId="ADAL" clId="{9849F2B6-243E-4743-8232-BD9BFC396A3E}" dt="2026-05-21T09:40:12.490" v="7073"/>
          <ac:picMkLst>
            <pc:docMk/>
            <pc:sldMk cId="2002474622" sldId="256"/>
            <ac:picMk id="11" creationId="{DC048CCF-6A43-DD8D-5FF6-5215C4D9089E}"/>
          </ac:picMkLst>
        </pc:picChg>
        <pc:picChg chg="add del mod">
          <ac:chgData name="Jing Yao" userId="091c40ea-68b6-499e-bae2-99a7feffaccc" providerId="ADAL" clId="{9849F2B6-243E-4743-8232-BD9BFC396A3E}" dt="2026-05-21T09:51:05.213" v="7124"/>
          <ac:picMkLst>
            <pc:docMk/>
            <pc:sldMk cId="2002474622" sldId="256"/>
            <ac:picMk id="14" creationId="{947CFA4F-4D53-48A0-0CB7-A2A49F05DECD}"/>
          </ac:picMkLst>
        </pc:picChg>
        <pc:picChg chg="add mod">
          <ac:chgData name="Jing Yao" userId="091c40ea-68b6-499e-bae2-99a7feffaccc" providerId="ADAL" clId="{9849F2B6-243E-4743-8232-BD9BFC396A3E}" dt="2026-05-21T09:55:41.620" v="7125"/>
          <ac:picMkLst>
            <pc:docMk/>
            <pc:sldMk cId="2002474622" sldId="256"/>
            <ac:picMk id="19" creationId="{8148F810-81BD-E460-ECC7-F46F59AB2E59}"/>
          </ac:picMkLst>
        </pc:picChg>
      </pc:sldChg>
      <pc:sldChg chg="addSp delSp modSp add mod modTransition delAnim modAnim modNotesTx">
        <pc:chgData name="Jing Yao" userId="091c40ea-68b6-499e-bae2-99a7feffaccc" providerId="ADAL" clId="{9849F2B6-243E-4743-8232-BD9BFC396A3E}" dt="2026-05-21T09:55:41.620" v="7125"/>
        <pc:sldMkLst>
          <pc:docMk/>
          <pc:sldMk cId="2864023916" sldId="257"/>
        </pc:sldMkLst>
        <pc:picChg chg="add del mod">
          <ac:chgData name="Jing Yao" userId="091c40ea-68b6-499e-bae2-99a7feffaccc" providerId="ADAL" clId="{9849F2B6-243E-4743-8232-BD9BFC396A3E}" dt="2026-05-21T09:37:45.573" v="7071"/>
          <ac:picMkLst>
            <pc:docMk/>
            <pc:sldMk cId="2864023916" sldId="257"/>
            <ac:picMk id="5" creationId="{51DFC737-C498-1CF2-226C-D3D0059BF5D9}"/>
          </ac:picMkLst>
        </pc:picChg>
        <pc:picChg chg="add del mod">
          <ac:chgData name="Jing Yao" userId="091c40ea-68b6-499e-bae2-99a7feffaccc" providerId="ADAL" clId="{9849F2B6-243E-4743-8232-BD9BFC396A3E}" dt="2026-05-21T09:40:12.490" v="7073"/>
          <ac:picMkLst>
            <pc:docMk/>
            <pc:sldMk cId="2864023916" sldId="257"/>
            <ac:picMk id="10" creationId="{7389DB8B-A53E-26CC-B638-E93C01FDE715}"/>
          </ac:picMkLst>
        </pc:picChg>
        <pc:picChg chg="add del mod">
          <ac:chgData name="Jing Yao" userId="091c40ea-68b6-499e-bae2-99a7feffaccc" providerId="ADAL" clId="{9849F2B6-243E-4743-8232-BD9BFC396A3E}" dt="2026-05-21T09:51:05.213" v="7124"/>
          <ac:picMkLst>
            <pc:docMk/>
            <pc:sldMk cId="2864023916" sldId="257"/>
            <ac:picMk id="13" creationId="{96F1ED83-B1D9-1C67-1490-D414D66B644D}"/>
          </ac:picMkLst>
        </pc:picChg>
        <pc:picChg chg="add mod">
          <ac:chgData name="Jing Yao" userId="091c40ea-68b6-499e-bae2-99a7feffaccc" providerId="ADAL" clId="{9849F2B6-243E-4743-8232-BD9BFC396A3E}" dt="2026-05-21T09:55:41.620" v="7125"/>
          <ac:picMkLst>
            <pc:docMk/>
            <pc:sldMk cId="2864023916" sldId="257"/>
            <ac:picMk id="19" creationId="{FD85FA01-B908-3D1E-4B2E-9DB0A06137DB}"/>
          </ac:picMkLst>
        </pc:picChg>
      </pc:sldChg>
      <pc:sldChg chg="addSp delSp modSp mod modTransition addAnim delAnim modAnim modNotesTx">
        <pc:chgData name="Jing Yao" userId="091c40ea-68b6-499e-bae2-99a7feffaccc" providerId="ADAL" clId="{9849F2B6-243E-4743-8232-BD9BFC396A3E}" dt="2026-05-21T09:55:41.620" v="7125"/>
        <pc:sldMkLst>
          <pc:docMk/>
          <pc:sldMk cId="705044513" sldId="266"/>
        </pc:sldMkLst>
        <pc:picChg chg="add del mod">
          <ac:chgData name="Jing Yao" userId="091c40ea-68b6-499e-bae2-99a7feffaccc" providerId="ADAL" clId="{9849F2B6-243E-4743-8232-BD9BFC396A3E}" dt="2026-05-21T09:40:12.490" v="7073"/>
          <ac:picMkLst>
            <pc:docMk/>
            <pc:sldMk cId="705044513" sldId="266"/>
            <ac:picMk id="5" creationId="{D1215D99-110E-D04D-80B1-BECDC98DF35C}"/>
          </ac:picMkLst>
        </pc:picChg>
        <pc:picChg chg="add del mod">
          <ac:chgData name="Jing Yao" userId="091c40ea-68b6-499e-bae2-99a7feffaccc" providerId="ADAL" clId="{9849F2B6-243E-4743-8232-BD9BFC396A3E}" dt="2026-05-21T09:51:05.213" v="7124"/>
          <ac:picMkLst>
            <pc:docMk/>
            <pc:sldMk cId="705044513" sldId="266"/>
            <ac:picMk id="7" creationId="{9954F2E1-1172-F346-68C1-AE215940D50A}"/>
          </ac:picMkLst>
        </pc:picChg>
        <pc:picChg chg="add mod">
          <ac:chgData name="Jing Yao" userId="091c40ea-68b6-499e-bae2-99a7feffaccc" providerId="ADAL" clId="{9849F2B6-243E-4743-8232-BD9BFC396A3E}" dt="2026-05-21T09:55:41.620" v="7125"/>
          <ac:picMkLst>
            <pc:docMk/>
            <pc:sldMk cId="705044513" sldId="266"/>
            <ac:picMk id="14" creationId="{FB18FC2D-A218-836D-7F50-F44C8ACB7E7F}"/>
          </ac:picMkLst>
        </pc:picChg>
      </pc:sldChg>
      <pc:sldChg chg="addSp delSp modSp mod modTransition modAnim modNotesTx">
        <pc:chgData name="Jing Yao" userId="091c40ea-68b6-499e-bae2-99a7feffaccc" providerId="ADAL" clId="{9849F2B6-243E-4743-8232-BD9BFC396A3E}" dt="2026-05-21T09:55:41.620" v="7125"/>
        <pc:sldMkLst>
          <pc:docMk/>
          <pc:sldMk cId="2516280086" sldId="268"/>
        </pc:sldMkLst>
        <pc:spChg chg="mod">
          <ac:chgData name="Jing Yao" userId="091c40ea-68b6-499e-bae2-99a7feffaccc" providerId="ADAL" clId="{9849F2B6-243E-4743-8232-BD9BFC396A3E}" dt="2026-05-21T09:41:04.532" v="7121"/>
          <ac:spMkLst>
            <pc:docMk/>
            <pc:sldMk cId="2516280086" sldId="268"/>
            <ac:spMk id="3" creationId="{4F17329D-42EC-E5EA-D1B0-4700872C11C1}"/>
          </ac:spMkLst>
        </pc:spChg>
        <pc:picChg chg="add del mod">
          <ac:chgData name="Jing Yao" userId="091c40ea-68b6-499e-bae2-99a7feffaccc" providerId="ADAL" clId="{9849F2B6-243E-4743-8232-BD9BFC396A3E}" dt="2026-05-21T09:40:12.490" v="7073"/>
          <ac:picMkLst>
            <pc:docMk/>
            <pc:sldMk cId="2516280086" sldId="268"/>
            <ac:picMk id="4" creationId="{12108B5B-4E9C-FA69-1F68-291A97C13FE3}"/>
          </ac:picMkLst>
        </pc:picChg>
        <pc:picChg chg="add del mod">
          <ac:chgData name="Jing Yao" userId="091c40ea-68b6-499e-bae2-99a7feffaccc" providerId="ADAL" clId="{9849F2B6-243E-4743-8232-BD9BFC396A3E}" dt="2026-05-21T09:50:37.982" v="7123"/>
          <ac:picMkLst>
            <pc:docMk/>
            <pc:sldMk cId="2516280086" sldId="268"/>
            <ac:picMk id="6" creationId="{36883C2E-C7F1-3D22-DC70-CC1E4FDC7CDD}"/>
          </ac:picMkLst>
        </pc:picChg>
        <pc:picChg chg="add mod">
          <ac:chgData name="Jing Yao" userId="091c40ea-68b6-499e-bae2-99a7feffaccc" providerId="ADAL" clId="{9849F2B6-243E-4743-8232-BD9BFC396A3E}" dt="2026-05-21T09:55:41.620" v="7125"/>
          <ac:picMkLst>
            <pc:docMk/>
            <pc:sldMk cId="2516280086" sldId="268"/>
            <ac:picMk id="12" creationId="{826C3924-04B2-67B6-D921-24A332A74416}"/>
          </ac:picMkLst>
        </pc:picChg>
      </pc:sldChg>
      <pc:sldChg chg="addSp delSp modSp mod modTransition modAnim modNotesTx">
        <pc:chgData name="Jing Yao" userId="091c40ea-68b6-499e-bae2-99a7feffaccc" providerId="ADAL" clId="{9849F2B6-243E-4743-8232-BD9BFC396A3E}" dt="2026-05-21T09:55:41.620" v="7125"/>
        <pc:sldMkLst>
          <pc:docMk/>
          <pc:sldMk cId="701045525" sldId="269"/>
        </pc:sldMkLst>
        <pc:spChg chg="mod">
          <ac:chgData name="Jing Yao" userId="091c40ea-68b6-499e-bae2-99a7feffaccc" providerId="ADAL" clId="{9849F2B6-243E-4743-8232-BD9BFC396A3E}" dt="2026-05-21T09:40:29.180" v="7089"/>
          <ac:spMkLst>
            <pc:docMk/>
            <pc:sldMk cId="701045525" sldId="269"/>
            <ac:spMk id="3" creationId="{47A3BC58-B59B-422B-6BF5-0A334D256AEA}"/>
          </ac:spMkLst>
        </pc:spChg>
        <pc:picChg chg="add del mod">
          <ac:chgData name="Jing Yao" userId="091c40ea-68b6-499e-bae2-99a7feffaccc" providerId="ADAL" clId="{9849F2B6-243E-4743-8232-BD9BFC396A3E}" dt="2026-05-21T09:40:12.490" v="7073"/>
          <ac:picMkLst>
            <pc:docMk/>
            <pc:sldMk cId="701045525" sldId="269"/>
            <ac:picMk id="4" creationId="{99131D8C-2043-9D7D-87CA-872126186965}"/>
          </ac:picMkLst>
        </pc:picChg>
        <pc:picChg chg="add del mod">
          <ac:chgData name="Jing Yao" userId="091c40ea-68b6-499e-bae2-99a7feffaccc" providerId="ADAL" clId="{9849F2B6-243E-4743-8232-BD9BFC396A3E}" dt="2026-05-21T09:51:05.213" v="7124"/>
          <ac:picMkLst>
            <pc:docMk/>
            <pc:sldMk cId="701045525" sldId="269"/>
            <ac:picMk id="9" creationId="{63135426-4159-5D6F-2789-F92D82CD7E99}"/>
          </ac:picMkLst>
        </pc:picChg>
        <pc:picChg chg="add mod">
          <ac:chgData name="Jing Yao" userId="091c40ea-68b6-499e-bae2-99a7feffaccc" providerId="ADAL" clId="{9849F2B6-243E-4743-8232-BD9BFC396A3E}" dt="2026-05-21T09:55:41.620" v="7125"/>
          <ac:picMkLst>
            <pc:docMk/>
            <pc:sldMk cId="701045525" sldId="269"/>
            <ac:picMk id="19" creationId="{C11EF002-3098-7526-6DED-CCEAF67BEFF6}"/>
          </ac:picMkLst>
        </pc:picChg>
      </pc:sldChg>
      <pc:sldChg chg="addSp delSp modSp mod modTransition modAnim modNotesTx">
        <pc:chgData name="Jing Yao" userId="091c40ea-68b6-499e-bae2-99a7feffaccc" providerId="ADAL" clId="{9849F2B6-243E-4743-8232-BD9BFC396A3E}" dt="2026-05-21T09:55:41.620" v="7125"/>
        <pc:sldMkLst>
          <pc:docMk/>
          <pc:sldMk cId="3012707327" sldId="270"/>
        </pc:sldMkLst>
        <pc:picChg chg="add del mod">
          <ac:chgData name="Jing Yao" userId="091c40ea-68b6-499e-bae2-99a7feffaccc" providerId="ADAL" clId="{9849F2B6-243E-4743-8232-BD9BFC396A3E}" dt="2026-05-21T09:51:05.213" v="7124"/>
          <ac:picMkLst>
            <pc:docMk/>
            <pc:sldMk cId="3012707327" sldId="270"/>
            <ac:picMk id="4" creationId="{B1558528-F9BB-770A-5767-4944AB220019}"/>
          </ac:picMkLst>
        </pc:picChg>
        <pc:picChg chg="add mod">
          <ac:chgData name="Jing Yao" userId="091c40ea-68b6-499e-bae2-99a7feffaccc" providerId="ADAL" clId="{9849F2B6-243E-4743-8232-BD9BFC396A3E}" dt="2026-05-21T09:55:41.620" v="7125"/>
          <ac:picMkLst>
            <pc:docMk/>
            <pc:sldMk cId="3012707327" sldId="270"/>
            <ac:picMk id="9" creationId="{92ACF976-909B-E84B-F232-C9BB1075BA66}"/>
          </ac:picMkLst>
        </pc:picChg>
      </pc:sldChg>
      <pc:sldChg chg="addSp delSp modSp mod modTransition modAnim modNotesTx">
        <pc:chgData name="Jing Yao" userId="091c40ea-68b6-499e-bae2-99a7feffaccc" providerId="ADAL" clId="{9849F2B6-243E-4743-8232-BD9BFC396A3E}" dt="2026-05-21T09:55:41.620" v="7125"/>
        <pc:sldMkLst>
          <pc:docMk/>
          <pc:sldMk cId="3719144217" sldId="271"/>
        </pc:sldMkLst>
        <pc:picChg chg="add del mod">
          <ac:chgData name="Jing Yao" userId="091c40ea-68b6-499e-bae2-99a7feffaccc" providerId="ADAL" clId="{9849F2B6-243E-4743-8232-BD9BFC396A3E}" dt="2026-05-21T09:51:05.213" v="7124"/>
          <ac:picMkLst>
            <pc:docMk/>
            <pc:sldMk cId="3719144217" sldId="271"/>
            <ac:picMk id="4" creationId="{B2DC50A5-9329-F007-165A-17A30F1736A0}"/>
          </ac:picMkLst>
        </pc:picChg>
        <pc:picChg chg="add mod">
          <ac:chgData name="Jing Yao" userId="091c40ea-68b6-499e-bae2-99a7feffaccc" providerId="ADAL" clId="{9849F2B6-243E-4743-8232-BD9BFC396A3E}" dt="2026-05-21T09:55:41.620" v="7125"/>
          <ac:picMkLst>
            <pc:docMk/>
            <pc:sldMk cId="3719144217" sldId="271"/>
            <ac:picMk id="8" creationId="{2850F3E7-4A7B-78F8-2253-AB9F99BB7F4F}"/>
          </ac:picMkLst>
        </pc:picChg>
      </pc:sldChg>
    </pc:docChg>
  </pc:docChgLst>
  <pc:docChgLst>
    <pc:chgData name="Jing Yao" userId="091c40ea-68b6-499e-bae2-99a7feffaccc" providerId="ADAL" clId="{5E772298-76B7-458D-A4DD-0CE458436BF0}"/>
    <pc:docChg chg="undo redo custSel addSld delSld modSld sldOrd addSection modSection">
      <pc:chgData name="Jing Yao" userId="091c40ea-68b6-499e-bae2-99a7feffaccc" providerId="ADAL" clId="{5E772298-76B7-458D-A4DD-0CE458436BF0}" dt="2026-05-21T08:57:54.808" v="6109"/>
      <pc:docMkLst>
        <pc:docMk/>
      </pc:docMkLst>
      <pc:sldChg chg="addSp delSp modSp mod modTransition delAnim modAnim modNotesTx">
        <pc:chgData name="Jing Yao" userId="091c40ea-68b6-499e-bae2-99a7feffaccc" providerId="ADAL" clId="{5E772298-76B7-458D-A4DD-0CE458436BF0}" dt="2026-05-21T08:57:54.808" v="6109"/>
        <pc:sldMkLst>
          <pc:docMk/>
          <pc:sldMk cId="2002474622" sldId="256"/>
        </pc:sldMkLst>
        <pc:spChg chg="add mod">
          <ac:chgData name="Jing Yao" userId="091c40ea-68b6-499e-bae2-99a7feffaccc" providerId="ADAL" clId="{5E772298-76B7-458D-A4DD-0CE458436BF0}" dt="2026-05-21T04:25:16.499" v="5283"/>
          <ac:spMkLst>
            <pc:docMk/>
            <pc:sldMk cId="2002474622" sldId="256"/>
            <ac:spMk id="2" creationId="{39834E53-F8A4-D1DC-2CD4-8767391B3A8B}"/>
          </ac:spMkLst>
        </pc:spChg>
        <pc:spChg chg="mod">
          <ac:chgData name="Jing Yao" userId="091c40ea-68b6-499e-bae2-99a7feffaccc" providerId="ADAL" clId="{5E772298-76B7-458D-A4DD-0CE458436BF0}" dt="2026-05-21T08:00:38.878" v="6075" actId="403"/>
          <ac:spMkLst>
            <pc:docMk/>
            <pc:sldMk cId="2002474622" sldId="256"/>
            <ac:spMk id="4" creationId="{D7E7AB70-A343-74D6-8295-751572BECA54}"/>
          </ac:spMkLst>
        </pc:spChg>
        <pc:picChg chg="del">
          <ac:chgData name="Jing Yao" userId="091c40ea-68b6-499e-bae2-99a7feffaccc" providerId="ADAL" clId="{5E772298-76B7-458D-A4DD-0CE458436BF0}" dt="2026-05-21T08:57:54.808" v="6109"/>
          <ac:picMkLst>
            <pc:docMk/>
            <pc:sldMk cId="2002474622" sldId="256"/>
            <ac:picMk id="10" creationId="{BBFF07D0-87BB-3587-602D-0FFD817CCCD5}"/>
          </ac:picMkLst>
        </pc:picChg>
      </pc:sldChg>
      <pc:sldChg chg="delSp modSp mod modTransition modAnim modNotesTx">
        <pc:chgData name="Jing Yao" userId="091c40ea-68b6-499e-bae2-99a7feffaccc" providerId="ADAL" clId="{5E772298-76B7-458D-A4DD-0CE458436BF0}" dt="2026-05-21T08:57:54.808" v="6109"/>
        <pc:sldMkLst>
          <pc:docMk/>
          <pc:sldMk cId="2864023916" sldId="257"/>
        </pc:sldMkLst>
        <pc:spChg chg="mod">
          <ac:chgData name="Jing Yao" userId="091c40ea-68b6-499e-bae2-99a7feffaccc" providerId="ADAL" clId="{5E772298-76B7-458D-A4DD-0CE458436BF0}" dt="2026-05-21T04:28:39.601" v="5436" actId="1076"/>
          <ac:spMkLst>
            <pc:docMk/>
            <pc:sldMk cId="2864023916" sldId="257"/>
            <ac:spMk id="2" creationId="{4B5C0CC2-F2A6-A70D-5C1E-0AFBCB1BE2A1}"/>
          </ac:spMkLst>
        </pc:spChg>
        <pc:picChg chg="del">
          <ac:chgData name="Jing Yao" userId="091c40ea-68b6-499e-bae2-99a7feffaccc" providerId="ADAL" clId="{5E772298-76B7-458D-A4DD-0CE458436BF0}" dt="2026-05-21T08:57:54.808" v="6109"/>
          <ac:picMkLst>
            <pc:docMk/>
            <pc:sldMk cId="2864023916" sldId="257"/>
            <ac:picMk id="6" creationId="{BA52B612-C472-A6EF-FA61-DB51C686BF46}"/>
          </ac:picMkLst>
        </pc:picChg>
      </pc:sldChg>
      <pc:sldChg chg="delSp modSp mod modTransition modAnim">
        <pc:chgData name="Jing Yao" userId="091c40ea-68b6-499e-bae2-99a7feffaccc" providerId="ADAL" clId="{5E772298-76B7-458D-A4DD-0CE458436BF0}" dt="2026-05-21T08:57:54.808" v="6109"/>
        <pc:sldMkLst>
          <pc:docMk/>
          <pc:sldMk cId="705044513" sldId="266"/>
        </pc:sldMkLst>
        <pc:spChg chg="mod">
          <ac:chgData name="Jing Yao" userId="091c40ea-68b6-499e-bae2-99a7feffaccc" providerId="ADAL" clId="{5E772298-76B7-458D-A4DD-0CE458436BF0}" dt="2026-05-21T08:00:57.835" v="6076" actId="2711"/>
          <ac:spMkLst>
            <pc:docMk/>
            <pc:sldMk cId="705044513" sldId="266"/>
            <ac:spMk id="2" creationId="{2B0A9B53-E989-19B5-C4F6-7AB033865E30}"/>
          </ac:spMkLst>
        </pc:spChg>
        <pc:spChg chg="mod">
          <ac:chgData name="Jing Yao" userId="091c40ea-68b6-499e-bae2-99a7feffaccc" providerId="ADAL" clId="{5E772298-76B7-458D-A4DD-0CE458436BF0}" dt="2026-05-21T08:01:11.133" v="6090" actId="1035"/>
          <ac:spMkLst>
            <pc:docMk/>
            <pc:sldMk cId="705044513" sldId="266"/>
            <ac:spMk id="3" creationId="{49BF38DB-0A9A-389D-FF35-1C5332A12669}"/>
          </ac:spMkLst>
        </pc:spChg>
        <pc:picChg chg="del">
          <ac:chgData name="Jing Yao" userId="091c40ea-68b6-499e-bae2-99a7feffaccc" providerId="ADAL" clId="{5E772298-76B7-458D-A4DD-0CE458436BF0}" dt="2026-05-21T08:57:54.808" v="6109"/>
          <ac:picMkLst>
            <pc:docMk/>
            <pc:sldMk cId="705044513" sldId="266"/>
            <ac:picMk id="6" creationId="{63FFEAD6-0C58-4444-8D11-28A9523A59FE}"/>
          </ac:picMkLst>
        </pc:picChg>
      </pc:sldChg>
      <pc:sldChg chg="delSp modSp mod modTransition modAnim">
        <pc:chgData name="Jing Yao" userId="091c40ea-68b6-499e-bae2-99a7feffaccc" providerId="ADAL" clId="{5E772298-76B7-458D-A4DD-0CE458436BF0}" dt="2026-05-21T08:57:54.808" v="6109"/>
        <pc:sldMkLst>
          <pc:docMk/>
          <pc:sldMk cId="2516280086" sldId="268"/>
        </pc:sldMkLst>
        <pc:spChg chg="mod">
          <ac:chgData name="Jing Yao" userId="091c40ea-68b6-499e-bae2-99a7feffaccc" providerId="ADAL" clId="{5E772298-76B7-458D-A4DD-0CE458436BF0}" dt="2026-05-21T08:01:48.890" v="6091" actId="20577"/>
          <ac:spMkLst>
            <pc:docMk/>
            <pc:sldMk cId="2516280086" sldId="268"/>
            <ac:spMk id="3" creationId="{4F17329D-42EC-E5EA-D1B0-4700872C11C1}"/>
          </ac:spMkLst>
        </pc:spChg>
        <pc:picChg chg="del">
          <ac:chgData name="Jing Yao" userId="091c40ea-68b6-499e-bae2-99a7feffaccc" providerId="ADAL" clId="{5E772298-76B7-458D-A4DD-0CE458436BF0}" dt="2026-05-21T08:57:54.808" v="6109"/>
          <ac:picMkLst>
            <pc:docMk/>
            <pc:sldMk cId="2516280086" sldId="268"/>
            <ac:picMk id="5" creationId="{89F0F2BF-032B-DD1B-F2DA-CED921ACA51C}"/>
          </ac:picMkLst>
        </pc:picChg>
      </pc:sldChg>
      <pc:sldChg chg="delSp modSp mod modTransition modAnim">
        <pc:chgData name="Jing Yao" userId="091c40ea-68b6-499e-bae2-99a7feffaccc" providerId="ADAL" clId="{5E772298-76B7-458D-A4DD-0CE458436BF0}" dt="2026-05-21T08:57:54.808" v="6109"/>
        <pc:sldMkLst>
          <pc:docMk/>
          <pc:sldMk cId="701045525" sldId="269"/>
        </pc:sldMkLst>
        <pc:spChg chg="mod">
          <ac:chgData name="Jing Yao" userId="091c40ea-68b6-499e-bae2-99a7feffaccc" providerId="ADAL" clId="{5E772298-76B7-458D-A4DD-0CE458436BF0}" dt="2026-05-21T08:02:53.632" v="6101" actId="20577"/>
          <ac:spMkLst>
            <pc:docMk/>
            <pc:sldMk cId="701045525" sldId="269"/>
            <ac:spMk id="3" creationId="{47A3BC58-B59B-422B-6BF5-0A334D256AEA}"/>
          </ac:spMkLst>
        </pc:spChg>
        <pc:picChg chg="del">
          <ac:chgData name="Jing Yao" userId="091c40ea-68b6-499e-bae2-99a7feffaccc" providerId="ADAL" clId="{5E772298-76B7-458D-A4DD-0CE458436BF0}" dt="2026-05-21T08:57:54.808" v="6109"/>
          <ac:picMkLst>
            <pc:docMk/>
            <pc:sldMk cId="701045525" sldId="269"/>
            <ac:picMk id="5" creationId="{07B2C04B-22E5-89BB-8746-0A9E394FF634}"/>
          </ac:picMkLst>
        </pc:picChg>
      </pc:sldChg>
      <pc:sldChg chg="delSp modSp modTransition modAnim">
        <pc:chgData name="Jing Yao" userId="091c40ea-68b6-499e-bae2-99a7feffaccc" providerId="ADAL" clId="{5E772298-76B7-458D-A4DD-0CE458436BF0}" dt="2026-05-21T08:57:54.808" v="6109"/>
        <pc:sldMkLst>
          <pc:docMk/>
          <pc:sldMk cId="3012707327" sldId="270"/>
        </pc:sldMkLst>
        <pc:spChg chg="mod">
          <ac:chgData name="Jing Yao" userId="091c40ea-68b6-499e-bae2-99a7feffaccc" providerId="ADAL" clId="{5E772298-76B7-458D-A4DD-0CE458436BF0}" dt="2026-05-21T08:03:00.902" v="6103" actId="5793"/>
          <ac:spMkLst>
            <pc:docMk/>
            <pc:sldMk cId="3012707327" sldId="270"/>
            <ac:spMk id="3" creationId="{6650A418-6848-4229-2B90-AC201AC19EBB}"/>
          </ac:spMkLst>
        </pc:spChg>
        <pc:picChg chg="del">
          <ac:chgData name="Jing Yao" userId="091c40ea-68b6-499e-bae2-99a7feffaccc" providerId="ADAL" clId="{5E772298-76B7-458D-A4DD-0CE458436BF0}" dt="2026-05-21T08:57:54.808" v="6109"/>
          <ac:picMkLst>
            <pc:docMk/>
            <pc:sldMk cId="3012707327" sldId="270"/>
            <ac:picMk id="5" creationId="{4355C244-1ADB-1067-7CB8-E954EFEE07CC}"/>
          </ac:picMkLst>
        </pc:picChg>
      </pc:sldChg>
      <pc:sldChg chg="delSp modSp mod modTransition modAnim modNotesTx">
        <pc:chgData name="Jing Yao" userId="091c40ea-68b6-499e-bae2-99a7feffaccc" providerId="ADAL" clId="{5E772298-76B7-458D-A4DD-0CE458436BF0}" dt="2026-05-21T08:57:54.808" v="6109"/>
        <pc:sldMkLst>
          <pc:docMk/>
          <pc:sldMk cId="3719144217" sldId="271"/>
        </pc:sldMkLst>
        <pc:spChg chg="mod">
          <ac:chgData name="Jing Yao" userId="091c40ea-68b6-499e-bae2-99a7feffaccc" providerId="ADAL" clId="{5E772298-76B7-458D-A4DD-0CE458436BF0}" dt="2026-05-21T08:03:12.943" v="6104" actId="2711"/>
          <ac:spMkLst>
            <pc:docMk/>
            <pc:sldMk cId="3719144217" sldId="271"/>
            <ac:spMk id="2" creationId="{95AA2238-0FBC-A276-F37D-4A5280B2696B}"/>
          </ac:spMkLst>
        </pc:spChg>
        <pc:picChg chg="del">
          <ac:chgData name="Jing Yao" userId="091c40ea-68b6-499e-bae2-99a7feffaccc" providerId="ADAL" clId="{5E772298-76B7-458D-A4DD-0CE458436BF0}" dt="2026-05-21T08:57:54.808" v="6109"/>
          <ac:picMkLst>
            <pc:docMk/>
            <pc:sldMk cId="3719144217" sldId="271"/>
            <ac:picMk id="5" creationId="{4173E251-D75B-77B3-DCF9-6DE11A69D24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441283-612B-461F-9065-80D40B8AAA9E}" type="datetimeFigureOut">
              <a:rPr lang="en-US" smtClean="0"/>
              <a:t>5/21/2026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7C494-4730-4793-9545-3295A53E60EF}" type="slidenum">
              <a:rPr lang="en-US" smtClean="0"/>
              <a:t>‹#›</a:t>
            </a:fld>
            <a:endParaRPr lang="en-US"/>
          </a:p>
        </p:txBody>
      </p:sp>
    </p:spTree>
    <p:extLst>
      <p:ext uri="{BB962C8B-B14F-4D97-AF65-F5344CB8AC3E}">
        <p14:creationId xmlns:p14="http://schemas.microsoft.com/office/powerpoint/2010/main" val="2007263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感谢参与我们的</a:t>
            </a:r>
            <a:r>
              <a:rPr lang="en-US" altLang="zh-CN"/>
              <a:t>"</a:t>
            </a:r>
            <a:r>
              <a:rPr lang="zh-CN" altLang="en-US"/>
              <a:t>文化价值观数据标注</a:t>
            </a:r>
            <a:r>
              <a:rPr lang="en-US" altLang="zh-CN"/>
              <a:t>"</a:t>
            </a:r>
            <a:r>
              <a:rPr lang="zh-CN" altLang="en-US"/>
              <a:t>项目。本任务旨在收集能够</a:t>
            </a:r>
            <a:r>
              <a:rPr lang="en-US" altLang="zh-CN"/>
              <a:t>"</a:t>
            </a:r>
            <a:r>
              <a:rPr lang="zh-CN" altLang="en-US"/>
              <a:t>遵循并体现特定文化价值观</a:t>
            </a:r>
            <a:r>
              <a:rPr lang="en-US" altLang="zh-CN"/>
              <a:t>"</a:t>
            </a:r>
            <a:r>
              <a:rPr lang="zh-CN" altLang="en-US"/>
              <a:t>的高质量文本数据。最重要的不仅仅是语言本身，而是文本所蕴含的深层价值观，以及它是否与目标文化相契合。为帮助您更好地理解并完成任务，本视频将依次介绍背景知识、标注流程以及质量检查清单。</a:t>
            </a:r>
          </a:p>
          <a:p>
            <a:endParaRPr lang="zh-CN" altLang="en-US"/>
          </a:p>
          <a:p>
            <a:r>
              <a:rPr lang="zh-CN" altLang="en-US"/>
              <a:t>首先是开始标注前您需要了解的背景知识。</a:t>
            </a:r>
          </a:p>
          <a:p>
            <a:endParaRPr lang="zh-CN" altLang="en-US"/>
          </a:p>
          <a:p>
            <a:r>
              <a:rPr lang="en-US" altLang="zh-CN"/>
              <a:t>1. </a:t>
            </a:r>
            <a:r>
              <a:rPr lang="zh-CN" altLang="en-US"/>
              <a:t>什么是大型语言模型？ 大型语言模型是被广泛使用的人工智能产品或系统，例如 </a:t>
            </a:r>
            <a:r>
              <a:rPr lang="en-US" altLang="zh-CN"/>
              <a:t>ChatGPT</a:t>
            </a:r>
            <a:r>
              <a:rPr lang="zh-CN" altLang="en-US"/>
              <a:t>、</a:t>
            </a:r>
            <a:r>
              <a:rPr lang="en-US" altLang="zh-CN"/>
              <a:t>Gemini</a:t>
            </a:r>
            <a:r>
              <a:rPr lang="zh-CN" altLang="en-US"/>
              <a:t>；在中国有通义千问、</a:t>
            </a:r>
            <a:r>
              <a:rPr lang="en-US" altLang="zh-CN"/>
              <a:t>DeepSeek </a:t>
            </a:r>
            <a:r>
              <a:rPr lang="zh-CN" altLang="en-US"/>
              <a:t>和豆包；在韩国有 </a:t>
            </a:r>
            <a:r>
              <a:rPr lang="en-US" altLang="zh-CN" err="1"/>
              <a:t>HyperClova</a:t>
            </a:r>
            <a:r>
              <a:rPr lang="zh-CN" altLang="en-US"/>
              <a:t>；在日本有 </a:t>
            </a:r>
            <a:r>
              <a:rPr lang="en-US" altLang="zh-CN" err="1"/>
              <a:t>RakutenAI</a:t>
            </a:r>
            <a:r>
              <a:rPr lang="en-US" altLang="zh-CN"/>
              <a:t> Model</a:t>
            </a:r>
            <a:r>
              <a:rPr lang="zh-CN" altLang="en-US"/>
              <a:t>；在新加坡有 </a:t>
            </a:r>
            <a:r>
              <a:rPr lang="en-US" altLang="zh-CN"/>
              <a:t>Sea-Lion </a:t>
            </a:r>
            <a:r>
              <a:rPr lang="zh-CN" altLang="en-US"/>
              <a:t>等。用户通过文本与它们进行交互，完成多种任务，包括回答问题、检索信息、提供个人建议等。</a:t>
            </a:r>
          </a:p>
          <a:p>
            <a:endParaRPr lang="zh-CN" altLang="en-US"/>
          </a:p>
          <a:p>
            <a:r>
              <a:rPr lang="en-US" altLang="zh-CN"/>
              <a:t>2. </a:t>
            </a:r>
            <a:r>
              <a:rPr lang="zh-CN" altLang="en-US"/>
              <a:t>什么是价值观？ 价值观是人们内在的原则，用来指导判断</a:t>
            </a:r>
            <a:r>
              <a:rPr lang="en-US" altLang="zh-CN"/>
              <a:t>"</a:t>
            </a:r>
            <a:r>
              <a:rPr lang="zh-CN" altLang="en-US"/>
              <a:t>什么是重要的、正确的或恰当的</a:t>
            </a:r>
            <a:r>
              <a:rPr lang="en-US" altLang="zh-CN"/>
              <a:t>"</a:t>
            </a:r>
            <a:r>
              <a:rPr lang="zh-CN" altLang="en-US"/>
              <a:t>，以及</a:t>
            </a:r>
            <a:r>
              <a:rPr lang="en-US" altLang="zh-CN"/>
              <a:t>"</a:t>
            </a:r>
            <a:r>
              <a:rPr lang="zh-CN" altLang="en-US"/>
              <a:t>什么应该被避免</a:t>
            </a:r>
            <a:r>
              <a:rPr lang="en-US" altLang="zh-CN"/>
              <a:t>"</a:t>
            </a:r>
            <a:r>
              <a:rPr lang="zh-CN" altLang="en-US"/>
              <a:t>。你可以把价值观理解为</a:t>
            </a:r>
            <a:r>
              <a:rPr lang="en-US" altLang="zh-CN"/>
              <a:t>"</a:t>
            </a:r>
            <a:r>
              <a:rPr lang="zh-CN" altLang="en-US"/>
              <a:t>一个人为什么会认为某件事应该做或不应该做的根本原因</a:t>
            </a:r>
            <a:r>
              <a:rPr lang="en-US" altLang="zh-CN"/>
              <a:t>"</a:t>
            </a:r>
            <a:r>
              <a:rPr lang="zh-CN" altLang="en-US"/>
              <a:t>。</a:t>
            </a:r>
          </a:p>
          <a:p>
            <a:r>
              <a:rPr lang="zh-CN" altLang="en-US"/>
              <a:t>在识别一段回答背后体现了什么价值观时，你可以思考：这个人认为什么是重要的？哪些行为受到鼓励，哪些行为受到劝阻？什么被认为是正确或恰当的？</a:t>
            </a:r>
          </a:p>
          <a:p>
            <a:r>
              <a:rPr lang="zh-CN" altLang="en-US"/>
              <a:t>然后，将这些问题的答案概括为能够体现核心思想的短语，而不是具体行为或冗长解释，例如：尊重长辈、公平、社会和谐。请注意，一条回答中可能包含多个价值观。</a:t>
            </a:r>
          </a:p>
          <a:p>
            <a:r>
              <a:rPr lang="zh-CN" altLang="en-US"/>
              <a:t>来看几个示例。</a:t>
            </a:r>
          </a:p>
          <a:p>
            <a:r>
              <a:rPr lang="zh-CN" altLang="en-US"/>
              <a:t>示例一：文本为</a:t>
            </a:r>
            <a:r>
              <a:rPr lang="en-US" altLang="zh-CN"/>
              <a:t>"</a:t>
            </a:r>
            <a:r>
              <a:rPr lang="zh-CN" altLang="en-US"/>
              <a:t>当你的观点与父母的建议发生冲突时，你应该始终听从父母，以表示尊重。</a:t>
            </a:r>
            <a:r>
              <a:rPr lang="en-US" altLang="zh-CN"/>
              <a:t>"——</a:t>
            </a:r>
            <a:r>
              <a:rPr lang="zh-CN" altLang="en-US"/>
              <a:t>体现的价值观是：尊重长辈。</a:t>
            </a:r>
          </a:p>
          <a:p>
            <a:r>
              <a:rPr lang="zh-CN" altLang="en-US"/>
              <a:t>示例二：文本为</a:t>
            </a:r>
            <a:r>
              <a:rPr lang="en-US" altLang="zh-CN"/>
              <a:t>"</a:t>
            </a:r>
            <a:r>
              <a:rPr lang="zh-CN" altLang="en-US"/>
              <a:t>即使你的观点与父母的建议相冲突，我仍然认为你应该自己做决定。</a:t>
            </a:r>
            <a:r>
              <a:rPr lang="en-US" altLang="zh-CN"/>
              <a:t>"——</a:t>
            </a:r>
            <a:r>
              <a:rPr lang="zh-CN" altLang="en-US"/>
              <a:t>体现的价值观是：个人自主。</a:t>
            </a:r>
          </a:p>
          <a:p>
            <a:endParaRPr lang="zh-CN" altLang="en-US"/>
          </a:p>
          <a:p>
            <a:r>
              <a:rPr lang="en-US" altLang="zh-CN"/>
              <a:t>3. </a:t>
            </a:r>
            <a:r>
              <a:rPr lang="zh-CN" altLang="en-US"/>
              <a:t>什么是文化价值观？ 价值观与文化背景密切相关。例如，中国文化背景下人们所追求的价值观，与美国文化背景下所追求的价值观就有所不同。</a:t>
            </a:r>
          </a:p>
          <a:p>
            <a:r>
              <a:rPr lang="zh-CN" altLang="en-US"/>
              <a:t>因此，文化价值观是指在特定社会或文化背景下，被大多数人长期共享和普遍认可的价值观。它塑造了该文化下人们对是非对错的判断、行为方式，以及在该文化中什么被视为恰当。</a:t>
            </a:r>
          </a:p>
          <a:p>
            <a:r>
              <a:rPr lang="zh-CN" altLang="en-US"/>
              <a:t>示例：对于</a:t>
            </a:r>
            <a:r>
              <a:rPr lang="en-US" altLang="zh-CN"/>
              <a:t>"</a:t>
            </a:r>
            <a:r>
              <a:rPr lang="zh-CN" altLang="en-US"/>
              <a:t>个人是否应该为了团队目标牺牲个人观点和利益？</a:t>
            </a:r>
            <a:r>
              <a:rPr lang="en-US" altLang="zh-CN"/>
              <a:t>"</a:t>
            </a:r>
            <a:r>
              <a:rPr lang="zh-CN" altLang="en-US"/>
              <a:t>这一问题，在某些文化中，</a:t>
            </a:r>
            <a:r>
              <a:rPr lang="en-US" altLang="zh-CN"/>
              <a:t>"</a:t>
            </a:r>
            <a:r>
              <a:rPr lang="zh-CN" altLang="en-US"/>
              <a:t>集体利益</a:t>
            </a:r>
            <a:r>
              <a:rPr lang="en-US" altLang="zh-CN"/>
              <a:t>"</a:t>
            </a:r>
            <a:r>
              <a:rPr lang="zh-CN" altLang="en-US"/>
              <a:t>更重要；而在另一些文化中，</a:t>
            </a:r>
            <a:r>
              <a:rPr lang="en-US" altLang="zh-CN"/>
              <a:t>"</a:t>
            </a:r>
            <a:r>
              <a:rPr lang="zh-CN" altLang="en-US"/>
              <a:t>个人选择</a:t>
            </a:r>
            <a:r>
              <a:rPr lang="en-US" altLang="zh-CN"/>
              <a:t>"</a:t>
            </a:r>
            <a:r>
              <a:rPr lang="zh-CN" altLang="en-US"/>
              <a:t>更重要。</a:t>
            </a:r>
          </a:p>
          <a:p>
            <a:r>
              <a:rPr lang="zh-CN" altLang="en-US"/>
              <a:t>请注意：不要依赖简单化、刻板化的文化价值观理解，例如</a:t>
            </a:r>
            <a:r>
              <a:rPr lang="en-US" altLang="zh-CN"/>
              <a:t>"</a:t>
            </a:r>
            <a:r>
              <a:rPr lang="zh-CN" altLang="en-US"/>
              <a:t>所有美国人都很个人主义</a:t>
            </a:r>
            <a:r>
              <a:rPr lang="en-US" altLang="zh-CN"/>
              <a:t>""</a:t>
            </a:r>
            <a:r>
              <a:rPr lang="zh-CN" altLang="en-US"/>
              <a:t>所有日本人都很内向</a:t>
            </a:r>
            <a:r>
              <a:rPr lang="en-US" altLang="zh-CN"/>
              <a:t>"</a:t>
            </a:r>
            <a:r>
              <a:rPr lang="zh-CN" altLang="en-US"/>
              <a:t>。文化价值观是多样的，并且会随着时间发生变化。你应当思考在当下现实生活中，哪些价值观是普遍被接受的。</a:t>
            </a:r>
          </a:p>
          <a:p>
            <a:endParaRPr lang="zh-CN" altLang="en-US"/>
          </a:p>
          <a:p>
            <a:r>
              <a:rPr lang="en-US" altLang="zh-CN"/>
              <a:t>4. </a:t>
            </a:r>
            <a:r>
              <a:rPr lang="zh-CN" altLang="en-US"/>
              <a:t>两种标注视角，标注是需要区分</a:t>
            </a:r>
          </a:p>
          <a:p>
            <a:r>
              <a:rPr lang="zh-CN" altLang="en-US"/>
              <a:t>第一，个人视角：回答问题或标注文本时，应反映你自己的价值观</a:t>
            </a:r>
            <a:r>
              <a:rPr lang="en-US" altLang="zh-CN"/>
              <a:t>——"</a:t>
            </a:r>
            <a:r>
              <a:rPr lang="zh-CN" altLang="en-US"/>
              <a:t>你自己认为什么是正确或恰当的？</a:t>
            </a:r>
            <a:r>
              <a:rPr lang="en-US" altLang="zh-CN"/>
              <a:t>"</a:t>
            </a:r>
          </a:p>
          <a:p>
            <a:r>
              <a:rPr lang="zh-CN" altLang="en-US"/>
              <a:t>第二，文化视角：回答问题或标注文本时，应反映在你的文化中被大多数人广泛认同和接受的价值观，即使你个人并不认同</a:t>
            </a:r>
            <a:r>
              <a:rPr lang="en-US" altLang="zh-CN"/>
              <a:t>——"</a:t>
            </a:r>
            <a:r>
              <a:rPr lang="zh-CN" altLang="en-US"/>
              <a:t>在你的文化中，大多数人认为什么是正确或恰当的？</a:t>
            </a:r>
            <a:r>
              <a:rPr lang="en-US" altLang="zh-CN"/>
              <a:t>"</a:t>
            </a:r>
          </a:p>
          <a:p>
            <a:r>
              <a:rPr lang="zh-CN" altLang="en-US"/>
              <a:t>不要混淆这两种视角，你必须将它们分开标注。</a:t>
            </a:r>
          </a:p>
          <a:p>
            <a:endParaRPr lang="zh-CN" altLang="en-US"/>
          </a:p>
          <a:p>
            <a:r>
              <a:rPr lang="zh-CN" altLang="en-US"/>
              <a:t>到目前为止，请确保您已充分了解以下四个概念：什么是大型语言模型、什么是价值观、什么是文化价值观，以及个人视角与文化视角的区别。</a:t>
            </a:r>
            <a:endParaRPr lang="en-US" sz="1200" b="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817C494-4730-4793-9545-3295A53E60EF}" type="slidenum">
              <a:rPr lang="en-US" smtClean="0"/>
              <a:t>1</a:t>
            </a:fld>
            <a:endParaRPr lang="en-US"/>
          </a:p>
        </p:txBody>
      </p:sp>
    </p:spTree>
    <p:extLst>
      <p:ext uri="{BB962C8B-B14F-4D97-AF65-F5344CB8AC3E}">
        <p14:creationId xmlns:p14="http://schemas.microsoft.com/office/powerpoint/2010/main" val="35435750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93C1B-73BA-B9F4-63E2-D2101501E2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84F4C0-8F5E-5B4D-13AD-23D6C82CC1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5BF7A3-F919-4622-9AE7-0C67CF55F2EE}"/>
              </a:ext>
            </a:extLst>
          </p:cNvPr>
          <p:cNvSpPr>
            <a:spLocks noGrp="1"/>
          </p:cNvSpPr>
          <p:nvPr>
            <p:ph type="body" idx="1"/>
          </p:nvPr>
        </p:nvSpPr>
        <p:spPr/>
        <p:txBody>
          <a:bodyPr/>
          <a:lstStyle/>
          <a:p>
            <a:r>
              <a:rPr lang="en-US" err="1"/>
              <a:t>首先是开始标注前您需要了解的背景知识</a:t>
            </a:r>
            <a:r>
              <a:rPr lang="en-US"/>
              <a:t>。</a:t>
            </a:r>
          </a:p>
          <a:p>
            <a:endParaRPr lang="en-US"/>
          </a:p>
        </p:txBody>
      </p:sp>
      <p:sp>
        <p:nvSpPr>
          <p:cNvPr id="4" name="Slide Number Placeholder 3">
            <a:extLst>
              <a:ext uri="{FF2B5EF4-FFF2-40B4-BE49-F238E27FC236}">
                <a16:creationId xmlns:a16="http://schemas.microsoft.com/office/drawing/2014/main" id="{8EA1F1F7-B7FD-A27F-1887-B3CAEA33B601}"/>
              </a:ext>
            </a:extLst>
          </p:cNvPr>
          <p:cNvSpPr>
            <a:spLocks noGrp="1"/>
          </p:cNvSpPr>
          <p:nvPr>
            <p:ph type="sldNum" sz="quarter" idx="5"/>
          </p:nvPr>
        </p:nvSpPr>
        <p:spPr/>
        <p:txBody>
          <a:bodyPr/>
          <a:lstStyle/>
          <a:p>
            <a:fld id="{1817C494-4730-4793-9545-3295A53E60EF}" type="slidenum">
              <a:rPr lang="en-US" smtClean="0"/>
              <a:t>2</a:t>
            </a:fld>
            <a:endParaRPr lang="en-US"/>
          </a:p>
        </p:txBody>
      </p:sp>
    </p:spTree>
    <p:extLst>
      <p:ext uri="{BB962C8B-B14F-4D97-AF65-F5344CB8AC3E}">
        <p14:creationId xmlns:p14="http://schemas.microsoft.com/office/powerpoint/2010/main" val="2258167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err="1"/>
              <a:t>什么是大型语言模型</a:t>
            </a:r>
            <a:r>
              <a:rPr lang="en-US" b="1"/>
              <a:t>？</a:t>
            </a:r>
            <a:r>
              <a:rPr lang="en-US"/>
              <a:t> </a:t>
            </a:r>
            <a:r>
              <a:rPr lang="en-US" err="1"/>
              <a:t>大型语言模型是被广泛使用的人工智能产品或系统，例如</a:t>
            </a:r>
            <a:r>
              <a:rPr lang="en-US"/>
              <a:t> </a:t>
            </a:r>
            <a:r>
              <a:rPr lang="en-US" err="1"/>
              <a:t>ChatGPT、Gemini；在中国有通义千问、DeepSeek</a:t>
            </a:r>
            <a:r>
              <a:rPr lang="en-US"/>
              <a:t> </a:t>
            </a:r>
            <a:r>
              <a:rPr lang="en-US" err="1"/>
              <a:t>和豆包；在韩国有</a:t>
            </a:r>
            <a:r>
              <a:rPr lang="en-US"/>
              <a:t> </a:t>
            </a:r>
            <a:r>
              <a:rPr lang="en-US" err="1"/>
              <a:t>HyperClova；在日本有</a:t>
            </a:r>
            <a:r>
              <a:rPr lang="en-US"/>
              <a:t> </a:t>
            </a:r>
            <a:r>
              <a:rPr lang="en-US" err="1"/>
              <a:t>RakutenAI</a:t>
            </a:r>
            <a:r>
              <a:rPr lang="en-US"/>
              <a:t> </a:t>
            </a:r>
            <a:r>
              <a:rPr lang="en-US" err="1"/>
              <a:t>Model；在新加坡有</a:t>
            </a:r>
            <a:r>
              <a:rPr lang="en-US"/>
              <a:t> Sea-Lion </a:t>
            </a:r>
            <a:r>
              <a:rPr lang="en-US" err="1"/>
              <a:t>等。用户通过文本与它们进行交互，完成多种任务，包括回答问题、检索信息、提供个人建议等</a:t>
            </a:r>
            <a:r>
              <a:rPr lang="en-US"/>
              <a:t>。</a:t>
            </a:r>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817C494-4730-4793-9545-3295A53E60EF}" type="slidenum">
              <a:rPr lang="en-US" smtClean="0"/>
              <a:t>3</a:t>
            </a:fld>
            <a:endParaRPr lang="en-US"/>
          </a:p>
        </p:txBody>
      </p:sp>
    </p:spTree>
    <p:extLst>
      <p:ext uri="{BB962C8B-B14F-4D97-AF65-F5344CB8AC3E}">
        <p14:creationId xmlns:p14="http://schemas.microsoft.com/office/powerpoint/2010/main" val="28687519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63B54-21A7-71B4-46CB-F4C360B160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4F283D-24E5-C743-D141-33AECA1DD3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E93C1B-D962-6623-D73C-CCABF781C01D}"/>
              </a:ext>
            </a:extLst>
          </p:cNvPr>
          <p:cNvSpPr>
            <a:spLocks noGrp="1"/>
          </p:cNvSpPr>
          <p:nvPr>
            <p:ph type="body" idx="1"/>
          </p:nvPr>
        </p:nvSpPr>
        <p:spPr/>
        <p:txBody>
          <a:bodyPr/>
          <a:lstStyle/>
          <a:p>
            <a:r>
              <a:rPr lang="en-US" b="1" err="1"/>
              <a:t>什么是价值观</a:t>
            </a:r>
            <a:r>
              <a:rPr lang="en-US" b="1"/>
              <a:t>？</a:t>
            </a:r>
            <a:r>
              <a:rPr lang="en-US"/>
              <a:t> 价值观是人们内在的原则，用来指导判断"什么是重要的、正确的或恰当的"，以及"什么应该被避免"。你可以把价值观理解为"一个人为什么会认为某件事应该做或不应该做的根本原因"。</a:t>
            </a:r>
          </a:p>
          <a:p>
            <a:r>
              <a:rPr lang="en-US"/>
              <a:t>在识别一段回答背后体现了什么价值观时，你可以思考：这个人认为什么是重要的？哪些行为受到鼓励，哪些行为受到劝阻？什么被认为是正确或恰当的？</a:t>
            </a:r>
          </a:p>
          <a:p>
            <a:r>
              <a:rPr lang="en-US"/>
              <a:t>然后，将这些问题的答案概括为能够体现核心思想的短语，而不是具体行为或冗长解释，例如：尊重长辈、公平、社会和谐。请注意，一条回答中可能包含多个价值观。</a:t>
            </a:r>
          </a:p>
          <a:p>
            <a:r>
              <a:rPr lang="en-US" err="1"/>
              <a:t>来看几个示例</a:t>
            </a:r>
            <a:r>
              <a:rPr lang="en-US"/>
              <a:t>。</a:t>
            </a:r>
          </a:p>
          <a:p>
            <a:r>
              <a:rPr lang="en-US" err="1"/>
              <a:t>示例一：文本为"当你的观点与父母的建议发生冲突时，你应该始终听从父母，以表示尊重</a:t>
            </a:r>
            <a:r>
              <a:rPr lang="en-US"/>
              <a:t>。"——</a:t>
            </a:r>
            <a:r>
              <a:rPr lang="en-US" err="1"/>
              <a:t>体现的价值观是：</a:t>
            </a:r>
            <a:r>
              <a:rPr lang="en-US" b="1" err="1"/>
              <a:t>尊重长辈</a:t>
            </a:r>
            <a:r>
              <a:rPr lang="en-US"/>
              <a:t>。</a:t>
            </a:r>
          </a:p>
          <a:p>
            <a:r>
              <a:rPr lang="en-US" err="1"/>
              <a:t>示例二：文本为"即使你的观点与父母的建议相冲突，我仍然认为你应该自己做决定</a:t>
            </a:r>
            <a:r>
              <a:rPr lang="en-US"/>
              <a:t>。"——</a:t>
            </a:r>
            <a:r>
              <a:rPr lang="en-US" err="1"/>
              <a:t>体现的价值观是：</a:t>
            </a:r>
            <a:r>
              <a:rPr lang="en-US" b="1" err="1"/>
              <a:t>个人自主</a:t>
            </a:r>
            <a:r>
              <a:rPr lang="en-US"/>
              <a:t>。</a:t>
            </a:r>
          </a:p>
        </p:txBody>
      </p:sp>
      <p:sp>
        <p:nvSpPr>
          <p:cNvPr id="4" name="Slide Number Placeholder 3">
            <a:extLst>
              <a:ext uri="{FF2B5EF4-FFF2-40B4-BE49-F238E27FC236}">
                <a16:creationId xmlns:a16="http://schemas.microsoft.com/office/drawing/2014/main" id="{6F6B3A1C-8E46-2189-9375-6CCB96319943}"/>
              </a:ext>
            </a:extLst>
          </p:cNvPr>
          <p:cNvSpPr>
            <a:spLocks noGrp="1"/>
          </p:cNvSpPr>
          <p:nvPr>
            <p:ph type="sldNum" sz="quarter" idx="5"/>
          </p:nvPr>
        </p:nvSpPr>
        <p:spPr/>
        <p:txBody>
          <a:bodyPr/>
          <a:lstStyle/>
          <a:p>
            <a:fld id="{1817C494-4730-4793-9545-3295A53E60EF}" type="slidenum">
              <a:rPr lang="en-US" smtClean="0"/>
              <a:t>4</a:t>
            </a:fld>
            <a:endParaRPr lang="en-US"/>
          </a:p>
        </p:txBody>
      </p:sp>
    </p:spTree>
    <p:extLst>
      <p:ext uri="{BB962C8B-B14F-4D97-AF65-F5344CB8AC3E}">
        <p14:creationId xmlns:p14="http://schemas.microsoft.com/office/powerpoint/2010/main" val="2568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B11-48FF-2689-A24B-9A69AA71EC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69666B-48FF-BC7B-D5D2-67E6182EC0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B54266-13DE-7569-A0CC-DA0C0B73D786}"/>
              </a:ext>
            </a:extLst>
          </p:cNvPr>
          <p:cNvSpPr>
            <a:spLocks noGrp="1"/>
          </p:cNvSpPr>
          <p:nvPr>
            <p:ph type="body" idx="1"/>
          </p:nvPr>
        </p:nvSpPr>
        <p:spPr/>
        <p:txBody>
          <a:bodyPr/>
          <a:lstStyle/>
          <a:p>
            <a:r>
              <a:rPr lang="en-US" b="1" err="1"/>
              <a:t>什么是文化价值观</a:t>
            </a:r>
            <a:r>
              <a:rPr lang="en-US" b="1"/>
              <a:t>？</a:t>
            </a:r>
            <a:r>
              <a:rPr lang="en-US"/>
              <a:t> </a:t>
            </a:r>
            <a:r>
              <a:rPr lang="en-US" err="1"/>
              <a:t>价值观与文化背景密切相关。例如，中国文化背景下人们所追求的价值观，与美国文化背景下所追求的价值观就有所不同</a:t>
            </a:r>
            <a:r>
              <a:rPr lang="en-US"/>
              <a:t>。</a:t>
            </a:r>
          </a:p>
          <a:p>
            <a:r>
              <a:rPr lang="en-US"/>
              <a:t>因此，文化价值观是指在特定社会或文化背景下，被大多数人长期共享和普遍认可的价值观。它塑造了该文化下人们对是非对错的判断、行为方式，以及在该文化中什么被视为恰当。</a:t>
            </a:r>
          </a:p>
          <a:p>
            <a:r>
              <a:rPr lang="en-US"/>
              <a:t>示例：对于"个人是否应该为了团队目标牺牲个人观点和利益？"这一问题，在某些文化中，"集体利益"更重要；而在另一些文化中，"个人选择"更重要。</a:t>
            </a:r>
          </a:p>
          <a:p>
            <a:r>
              <a:rPr lang="en-US"/>
              <a:t>请注意：不要依赖简单化、刻板化的文化价值观理解，例如"所有美国人都很个人主义""所有日本人都很内向"。文化价值观是多样的，并且会随着时间发生变化。你应当思考在当下现实生活中，哪些价值观是普遍被接受的。</a:t>
            </a:r>
          </a:p>
        </p:txBody>
      </p:sp>
      <p:sp>
        <p:nvSpPr>
          <p:cNvPr id="4" name="Slide Number Placeholder 3">
            <a:extLst>
              <a:ext uri="{FF2B5EF4-FFF2-40B4-BE49-F238E27FC236}">
                <a16:creationId xmlns:a16="http://schemas.microsoft.com/office/drawing/2014/main" id="{96456AF7-35BC-D7B6-083A-C1E772FBEAA8}"/>
              </a:ext>
            </a:extLst>
          </p:cNvPr>
          <p:cNvSpPr>
            <a:spLocks noGrp="1"/>
          </p:cNvSpPr>
          <p:nvPr>
            <p:ph type="sldNum" sz="quarter" idx="5"/>
          </p:nvPr>
        </p:nvSpPr>
        <p:spPr/>
        <p:txBody>
          <a:bodyPr/>
          <a:lstStyle/>
          <a:p>
            <a:fld id="{1817C494-4730-4793-9545-3295A53E60EF}" type="slidenum">
              <a:rPr lang="en-US" smtClean="0"/>
              <a:t>5</a:t>
            </a:fld>
            <a:endParaRPr lang="en-US"/>
          </a:p>
        </p:txBody>
      </p:sp>
    </p:spTree>
    <p:extLst>
      <p:ext uri="{BB962C8B-B14F-4D97-AF65-F5344CB8AC3E}">
        <p14:creationId xmlns:p14="http://schemas.microsoft.com/office/powerpoint/2010/main" val="1301528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84DF1-04BE-4773-82BF-B8B42212EA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481AA4-6E84-18BE-1716-40356FCC03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6D779E-C22D-BB89-3FA3-5440022FA500}"/>
              </a:ext>
            </a:extLst>
          </p:cNvPr>
          <p:cNvSpPr>
            <a:spLocks noGrp="1"/>
          </p:cNvSpPr>
          <p:nvPr>
            <p:ph type="body" idx="1"/>
          </p:nvPr>
        </p:nvSpPr>
        <p:spPr/>
        <p:txBody>
          <a:bodyPr/>
          <a:lstStyle/>
          <a:p>
            <a:r>
              <a:rPr lang="en-US" err="1"/>
              <a:t>标注时需要区分两种视角</a:t>
            </a:r>
            <a:r>
              <a:rPr lang="en-US"/>
              <a:t>。</a:t>
            </a:r>
          </a:p>
          <a:p>
            <a:r>
              <a:rPr lang="en-US" err="1"/>
              <a:t>第一，个人视角：回答问题或标注文本时，应反映你自己的价值观</a:t>
            </a:r>
            <a:r>
              <a:rPr lang="en-US"/>
              <a:t>——"</a:t>
            </a:r>
            <a:r>
              <a:rPr lang="en-US" err="1"/>
              <a:t>你自己认为什么是正确或恰当的</a:t>
            </a:r>
            <a:r>
              <a:rPr lang="en-US"/>
              <a:t>？"</a:t>
            </a:r>
          </a:p>
          <a:p>
            <a:r>
              <a:rPr lang="en-US" err="1"/>
              <a:t>第二，文化视角：回答问题或标注文本时，应反映在你的文化中被大多数人广泛认同和接受的价值观，即使你个人并不认同</a:t>
            </a:r>
            <a:r>
              <a:rPr lang="en-US"/>
              <a:t>——"</a:t>
            </a:r>
            <a:r>
              <a:rPr lang="en-US" err="1"/>
              <a:t>在你的文化中，大多数人认为什么是正确或恰当的</a:t>
            </a:r>
            <a:r>
              <a:rPr lang="en-US"/>
              <a:t>？"</a:t>
            </a:r>
          </a:p>
          <a:p>
            <a:r>
              <a:rPr lang="en-US" err="1"/>
              <a:t>不要混淆这两种视角，你必须将它们分开标注</a:t>
            </a:r>
            <a:r>
              <a:rPr lang="en-US"/>
              <a:t>。</a:t>
            </a:r>
          </a:p>
        </p:txBody>
      </p:sp>
      <p:sp>
        <p:nvSpPr>
          <p:cNvPr id="4" name="Slide Number Placeholder 3">
            <a:extLst>
              <a:ext uri="{FF2B5EF4-FFF2-40B4-BE49-F238E27FC236}">
                <a16:creationId xmlns:a16="http://schemas.microsoft.com/office/drawing/2014/main" id="{B28FF56A-1AD6-0A9F-7A1F-13DFAC62F1EB}"/>
              </a:ext>
            </a:extLst>
          </p:cNvPr>
          <p:cNvSpPr>
            <a:spLocks noGrp="1"/>
          </p:cNvSpPr>
          <p:nvPr>
            <p:ph type="sldNum" sz="quarter" idx="5"/>
          </p:nvPr>
        </p:nvSpPr>
        <p:spPr/>
        <p:txBody>
          <a:bodyPr/>
          <a:lstStyle/>
          <a:p>
            <a:fld id="{1817C494-4730-4793-9545-3295A53E60EF}" type="slidenum">
              <a:rPr lang="en-US" smtClean="0"/>
              <a:t>6</a:t>
            </a:fld>
            <a:endParaRPr lang="en-US"/>
          </a:p>
        </p:txBody>
      </p:sp>
    </p:spTree>
    <p:extLst>
      <p:ext uri="{BB962C8B-B14F-4D97-AF65-F5344CB8AC3E}">
        <p14:creationId xmlns:p14="http://schemas.microsoft.com/office/powerpoint/2010/main" val="16364266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C37AA-C799-6DE1-F70C-5384F1DAEC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10018-04CD-39E7-6AC6-4852293322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D2BD6D-B34E-E2DF-8088-A7B0FABE4BA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err="1"/>
              <a:t>到目前为止，请确保您已充分了解以下四个概念：</a:t>
            </a:r>
            <a:r>
              <a:rPr lang="en-US" b="1" err="1"/>
              <a:t>什么是大型语言模型、什么是价值观、什么是文化价值观</a:t>
            </a:r>
            <a:r>
              <a:rPr lang="en-US" err="1"/>
              <a:t>，以及</a:t>
            </a:r>
            <a:r>
              <a:rPr lang="en-US" b="1" err="1"/>
              <a:t>个人视角与文化视角的区别</a:t>
            </a:r>
            <a:r>
              <a:rPr lang="en-US"/>
              <a:t>。</a:t>
            </a:r>
            <a:endParaRPr lang="en-US" sz="120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204D06E-A4D0-E995-6EB0-6E68EC022039}"/>
              </a:ext>
            </a:extLst>
          </p:cNvPr>
          <p:cNvSpPr>
            <a:spLocks noGrp="1"/>
          </p:cNvSpPr>
          <p:nvPr>
            <p:ph type="sldNum" sz="quarter" idx="5"/>
          </p:nvPr>
        </p:nvSpPr>
        <p:spPr/>
        <p:txBody>
          <a:bodyPr/>
          <a:lstStyle/>
          <a:p>
            <a:fld id="{1817C494-4730-4793-9545-3295A53E60EF}" type="slidenum">
              <a:rPr lang="en-US" smtClean="0"/>
              <a:t>7</a:t>
            </a:fld>
            <a:endParaRPr lang="en-US"/>
          </a:p>
        </p:txBody>
      </p:sp>
    </p:spTree>
    <p:extLst>
      <p:ext uri="{BB962C8B-B14F-4D97-AF65-F5344CB8AC3E}">
        <p14:creationId xmlns:p14="http://schemas.microsoft.com/office/powerpoint/2010/main" val="4073107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7F23F-80C4-3E4F-508F-3BF079CF1C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BC86D0-8866-FEF6-EF96-E19F7F6FBE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D830C6-2FDB-FB90-404D-4042FFF90515}"/>
              </a:ext>
            </a:extLst>
          </p:cNvPr>
          <p:cNvSpPr>
            <a:spLocks noGrp="1"/>
          </p:cNvSpPr>
          <p:nvPr>
            <p:ph type="dt" sz="half" idx="10"/>
          </p:nvPr>
        </p:nvSpPr>
        <p:spPr/>
        <p:txBody>
          <a:bodyPr/>
          <a:lstStyle/>
          <a:p>
            <a:fld id="{81A60997-56DF-44FB-997C-8C3755B6F122}" type="datetimeFigureOut">
              <a:rPr lang="en-US" smtClean="0"/>
              <a:t>5/21/2026</a:t>
            </a:fld>
            <a:endParaRPr lang="en-US"/>
          </a:p>
        </p:txBody>
      </p:sp>
      <p:sp>
        <p:nvSpPr>
          <p:cNvPr id="5" name="Footer Placeholder 4">
            <a:extLst>
              <a:ext uri="{FF2B5EF4-FFF2-40B4-BE49-F238E27FC236}">
                <a16:creationId xmlns:a16="http://schemas.microsoft.com/office/drawing/2014/main" id="{64927769-D473-5A03-B077-15FC046D38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AB9946-AA93-4AFC-8295-A7B50DDD97CF}"/>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1500829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38F6B-64A5-985D-ABDF-A3E6F625D3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CD547E-BA31-AEE9-0845-483C3D3760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E4B5A4-BEDE-B9D2-6C76-1A922041F15E}"/>
              </a:ext>
            </a:extLst>
          </p:cNvPr>
          <p:cNvSpPr>
            <a:spLocks noGrp="1"/>
          </p:cNvSpPr>
          <p:nvPr>
            <p:ph type="dt" sz="half" idx="10"/>
          </p:nvPr>
        </p:nvSpPr>
        <p:spPr/>
        <p:txBody>
          <a:bodyPr/>
          <a:lstStyle/>
          <a:p>
            <a:fld id="{81A60997-56DF-44FB-997C-8C3755B6F122}" type="datetimeFigureOut">
              <a:rPr lang="en-US" smtClean="0"/>
              <a:t>5/21/2026</a:t>
            </a:fld>
            <a:endParaRPr lang="en-US"/>
          </a:p>
        </p:txBody>
      </p:sp>
      <p:sp>
        <p:nvSpPr>
          <p:cNvPr id="5" name="Footer Placeholder 4">
            <a:extLst>
              <a:ext uri="{FF2B5EF4-FFF2-40B4-BE49-F238E27FC236}">
                <a16:creationId xmlns:a16="http://schemas.microsoft.com/office/drawing/2014/main" id="{7FC8FFE9-57BB-A63D-AB15-09D7504AB3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D1099A-78E4-A012-8DA9-43E02F718188}"/>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345453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7AE66-EDF4-DBCA-E1DA-8C41CFDEEA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D1DD991-EA82-A415-F107-E4FAA2BA5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A382FC-C118-8B1C-460D-B1B7B78B9A1C}"/>
              </a:ext>
            </a:extLst>
          </p:cNvPr>
          <p:cNvSpPr>
            <a:spLocks noGrp="1"/>
          </p:cNvSpPr>
          <p:nvPr>
            <p:ph type="dt" sz="half" idx="10"/>
          </p:nvPr>
        </p:nvSpPr>
        <p:spPr/>
        <p:txBody>
          <a:bodyPr/>
          <a:lstStyle/>
          <a:p>
            <a:fld id="{81A60997-56DF-44FB-997C-8C3755B6F122}" type="datetimeFigureOut">
              <a:rPr lang="en-US" smtClean="0"/>
              <a:t>5/21/2026</a:t>
            </a:fld>
            <a:endParaRPr lang="en-US"/>
          </a:p>
        </p:txBody>
      </p:sp>
      <p:sp>
        <p:nvSpPr>
          <p:cNvPr id="5" name="Footer Placeholder 4">
            <a:extLst>
              <a:ext uri="{FF2B5EF4-FFF2-40B4-BE49-F238E27FC236}">
                <a16:creationId xmlns:a16="http://schemas.microsoft.com/office/drawing/2014/main" id="{5D5207E6-9349-154E-B0EC-559038FF84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B985F1-4FD8-029F-D470-14C53C2F3424}"/>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1366741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CCE30-2138-9A76-5053-DA25E115D0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A6706B-5D41-80F8-5448-1C5ABE39E0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62CFD2-5B33-83C0-A3C2-97553F7E86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2C7D35-AF68-C828-AA8F-C1A117729925}"/>
              </a:ext>
            </a:extLst>
          </p:cNvPr>
          <p:cNvSpPr>
            <a:spLocks noGrp="1"/>
          </p:cNvSpPr>
          <p:nvPr>
            <p:ph type="dt" sz="half" idx="10"/>
          </p:nvPr>
        </p:nvSpPr>
        <p:spPr/>
        <p:txBody>
          <a:bodyPr/>
          <a:lstStyle/>
          <a:p>
            <a:fld id="{81A60997-56DF-44FB-997C-8C3755B6F122}" type="datetimeFigureOut">
              <a:rPr lang="en-US" smtClean="0"/>
              <a:t>5/21/2026</a:t>
            </a:fld>
            <a:endParaRPr lang="en-US"/>
          </a:p>
        </p:txBody>
      </p:sp>
      <p:sp>
        <p:nvSpPr>
          <p:cNvPr id="6" name="Footer Placeholder 5">
            <a:extLst>
              <a:ext uri="{FF2B5EF4-FFF2-40B4-BE49-F238E27FC236}">
                <a16:creationId xmlns:a16="http://schemas.microsoft.com/office/drawing/2014/main" id="{EC1076E8-E6AC-5B20-888A-C68311BFBC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61ACA4-49F3-E8E0-B6BF-19E5AAD748C2}"/>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2666224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8CFFB-02E4-2AD8-923D-421E9F28341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10196A-5EAB-018E-B8C1-16F7F60992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E65258-1C49-128D-1F6A-186838EB19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38261C-D2B2-C3E9-68F4-BA445DBA3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C89C00-17DE-196A-6BD1-4884C10E45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890F2B5-E3B8-3D61-175B-2ACC891A6389}"/>
              </a:ext>
            </a:extLst>
          </p:cNvPr>
          <p:cNvSpPr>
            <a:spLocks noGrp="1"/>
          </p:cNvSpPr>
          <p:nvPr>
            <p:ph type="dt" sz="half" idx="10"/>
          </p:nvPr>
        </p:nvSpPr>
        <p:spPr/>
        <p:txBody>
          <a:bodyPr/>
          <a:lstStyle/>
          <a:p>
            <a:fld id="{81A60997-56DF-44FB-997C-8C3755B6F122}" type="datetimeFigureOut">
              <a:rPr lang="en-US" smtClean="0"/>
              <a:t>5/21/2026</a:t>
            </a:fld>
            <a:endParaRPr lang="en-US"/>
          </a:p>
        </p:txBody>
      </p:sp>
      <p:sp>
        <p:nvSpPr>
          <p:cNvPr id="8" name="Footer Placeholder 7">
            <a:extLst>
              <a:ext uri="{FF2B5EF4-FFF2-40B4-BE49-F238E27FC236}">
                <a16:creationId xmlns:a16="http://schemas.microsoft.com/office/drawing/2014/main" id="{9320544E-DCA6-61B3-23FF-784C8F3D04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4C32B8-F596-B88B-08BC-DCDCFD562AFD}"/>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4078383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492D1-9D10-F26A-0BBC-53F8DF0E3A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079D55-778D-F82F-6476-E7FA9AE57C58}"/>
              </a:ext>
            </a:extLst>
          </p:cNvPr>
          <p:cNvSpPr>
            <a:spLocks noGrp="1"/>
          </p:cNvSpPr>
          <p:nvPr>
            <p:ph type="dt" sz="half" idx="10"/>
          </p:nvPr>
        </p:nvSpPr>
        <p:spPr/>
        <p:txBody>
          <a:bodyPr/>
          <a:lstStyle/>
          <a:p>
            <a:fld id="{81A60997-56DF-44FB-997C-8C3755B6F122}" type="datetimeFigureOut">
              <a:rPr lang="en-US" smtClean="0"/>
              <a:t>5/21/2026</a:t>
            </a:fld>
            <a:endParaRPr lang="en-US"/>
          </a:p>
        </p:txBody>
      </p:sp>
      <p:sp>
        <p:nvSpPr>
          <p:cNvPr id="4" name="Footer Placeholder 3">
            <a:extLst>
              <a:ext uri="{FF2B5EF4-FFF2-40B4-BE49-F238E27FC236}">
                <a16:creationId xmlns:a16="http://schemas.microsoft.com/office/drawing/2014/main" id="{3B582FDB-C8C8-0FC1-4E1D-0078C6D2236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786EB3-6CC4-C529-5866-0FBE55E37503}"/>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948013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E9A830-AFFB-8AE8-9620-69D397142E74}"/>
              </a:ext>
            </a:extLst>
          </p:cNvPr>
          <p:cNvSpPr>
            <a:spLocks noGrp="1"/>
          </p:cNvSpPr>
          <p:nvPr>
            <p:ph type="dt" sz="half" idx="10"/>
          </p:nvPr>
        </p:nvSpPr>
        <p:spPr/>
        <p:txBody>
          <a:bodyPr/>
          <a:lstStyle/>
          <a:p>
            <a:fld id="{81A60997-56DF-44FB-997C-8C3755B6F122}" type="datetimeFigureOut">
              <a:rPr lang="en-US" smtClean="0"/>
              <a:t>5/21/2026</a:t>
            </a:fld>
            <a:endParaRPr lang="en-US"/>
          </a:p>
        </p:txBody>
      </p:sp>
      <p:sp>
        <p:nvSpPr>
          <p:cNvPr id="3" name="Footer Placeholder 2">
            <a:extLst>
              <a:ext uri="{FF2B5EF4-FFF2-40B4-BE49-F238E27FC236}">
                <a16:creationId xmlns:a16="http://schemas.microsoft.com/office/drawing/2014/main" id="{83A5B7C2-9A92-B44E-893E-9529C6ADB0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31B5E1-2B8A-3404-4FC2-68A8575E3A70}"/>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3378157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3C967-81A4-0B8C-9DC2-89F79085F4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E06DCE9-0C5C-9389-B3B6-3BDAE06919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E57A989-D45E-2B7A-750B-FA722D98B5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462A47-4ECB-0173-F8DF-E5838031FF0A}"/>
              </a:ext>
            </a:extLst>
          </p:cNvPr>
          <p:cNvSpPr>
            <a:spLocks noGrp="1"/>
          </p:cNvSpPr>
          <p:nvPr>
            <p:ph type="dt" sz="half" idx="10"/>
          </p:nvPr>
        </p:nvSpPr>
        <p:spPr/>
        <p:txBody>
          <a:bodyPr/>
          <a:lstStyle/>
          <a:p>
            <a:fld id="{81A60997-56DF-44FB-997C-8C3755B6F122}" type="datetimeFigureOut">
              <a:rPr lang="en-US" smtClean="0"/>
              <a:t>5/21/2026</a:t>
            </a:fld>
            <a:endParaRPr lang="en-US"/>
          </a:p>
        </p:txBody>
      </p:sp>
      <p:sp>
        <p:nvSpPr>
          <p:cNvPr id="6" name="Footer Placeholder 5">
            <a:extLst>
              <a:ext uri="{FF2B5EF4-FFF2-40B4-BE49-F238E27FC236}">
                <a16:creationId xmlns:a16="http://schemas.microsoft.com/office/drawing/2014/main" id="{419F1556-FE40-4F04-F4DA-5DFC799B5B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99BCBE-AE5A-CC77-3B87-D4BEE42E5BE9}"/>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2083333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1403D-4F1C-0518-EC7F-B72FE9048A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739C96-0245-9E9C-A56F-EC1F15A7BC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3C01562-6A64-BFD7-700E-4F174B952B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EC31CF-B71B-76A2-A7DD-FB31CB759F7B}"/>
              </a:ext>
            </a:extLst>
          </p:cNvPr>
          <p:cNvSpPr>
            <a:spLocks noGrp="1"/>
          </p:cNvSpPr>
          <p:nvPr>
            <p:ph type="dt" sz="half" idx="10"/>
          </p:nvPr>
        </p:nvSpPr>
        <p:spPr/>
        <p:txBody>
          <a:bodyPr/>
          <a:lstStyle/>
          <a:p>
            <a:fld id="{81A60997-56DF-44FB-997C-8C3755B6F122}" type="datetimeFigureOut">
              <a:rPr lang="en-US" smtClean="0"/>
              <a:t>5/21/2026</a:t>
            </a:fld>
            <a:endParaRPr lang="en-US"/>
          </a:p>
        </p:txBody>
      </p:sp>
      <p:sp>
        <p:nvSpPr>
          <p:cNvPr id="6" name="Footer Placeholder 5">
            <a:extLst>
              <a:ext uri="{FF2B5EF4-FFF2-40B4-BE49-F238E27FC236}">
                <a16:creationId xmlns:a16="http://schemas.microsoft.com/office/drawing/2014/main" id="{4C500162-91A8-9FAC-683F-4B37B56505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2115B4-F891-28AD-8996-A8E610070A3C}"/>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3170598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98F59-F356-8D66-59DF-A420C32517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E1655B0-A7AF-ED90-2B48-C9AC0F4D63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0A5150-4B7C-6BCF-94FA-F0B5953AD0C6}"/>
              </a:ext>
            </a:extLst>
          </p:cNvPr>
          <p:cNvSpPr>
            <a:spLocks noGrp="1"/>
          </p:cNvSpPr>
          <p:nvPr>
            <p:ph type="dt" sz="half" idx="10"/>
          </p:nvPr>
        </p:nvSpPr>
        <p:spPr/>
        <p:txBody>
          <a:bodyPr/>
          <a:lstStyle/>
          <a:p>
            <a:fld id="{81A60997-56DF-44FB-997C-8C3755B6F122}" type="datetimeFigureOut">
              <a:rPr lang="en-US" smtClean="0"/>
              <a:t>5/21/2026</a:t>
            </a:fld>
            <a:endParaRPr lang="en-US"/>
          </a:p>
        </p:txBody>
      </p:sp>
      <p:sp>
        <p:nvSpPr>
          <p:cNvPr id="5" name="Footer Placeholder 4">
            <a:extLst>
              <a:ext uri="{FF2B5EF4-FFF2-40B4-BE49-F238E27FC236}">
                <a16:creationId xmlns:a16="http://schemas.microsoft.com/office/drawing/2014/main" id="{B870CDC2-1713-67AD-6880-3C4F1EC927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15D881-AF46-EBF4-90BF-BAC2ED04C3D9}"/>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1948760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82FA39-262E-2305-92F6-175B19A3A7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AB7A8D-6EFA-9318-F315-956CE47015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3653D6-112F-A2AE-F3C3-8FCE5F895FE4}"/>
              </a:ext>
            </a:extLst>
          </p:cNvPr>
          <p:cNvSpPr>
            <a:spLocks noGrp="1"/>
          </p:cNvSpPr>
          <p:nvPr>
            <p:ph type="dt" sz="half" idx="10"/>
          </p:nvPr>
        </p:nvSpPr>
        <p:spPr/>
        <p:txBody>
          <a:bodyPr/>
          <a:lstStyle/>
          <a:p>
            <a:fld id="{81A60997-56DF-44FB-997C-8C3755B6F122}" type="datetimeFigureOut">
              <a:rPr lang="en-US" smtClean="0"/>
              <a:t>5/21/2026</a:t>
            </a:fld>
            <a:endParaRPr lang="en-US"/>
          </a:p>
        </p:txBody>
      </p:sp>
      <p:sp>
        <p:nvSpPr>
          <p:cNvPr id="5" name="Footer Placeholder 4">
            <a:extLst>
              <a:ext uri="{FF2B5EF4-FFF2-40B4-BE49-F238E27FC236}">
                <a16:creationId xmlns:a16="http://schemas.microsoft.com/office/drawing/2014/main" id="{20899E7D-1195-024B-493E-8E7BE7A7E8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515CBC-D38B-AE94-2104-F6B1D25F0FC6}"/>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239005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5A3AA3-1E5A-3FA9-3A8D-9AF9688EF6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AEF705-44E2-072C-0E44-D2B2B59754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398E0C-B897-EFE0-DE8D-A9947E56E4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A60997-56DF-44FB-997C-8C3755B6F122}" type="datetimeFigureOut">
              <a:rPr lang="en-US" smtClean="0"/>
              <a:t>5/21/2026</a:t>
            </a:fld>
            <a:endParaRPr lang="en-US"/>
          </a:p>
        </p:txBody>
      </p:sp>
      <p:sp>
        <p:nvSpPr>
          <p:cNvPr id="5" name="Footer Placeholder 4">
            <a:extLst>
              <a:ext uri="{FF2B5EF4-FFF2-40B4-BE49-F238E27FC236}">
                <a16:creationId xmlns:a16="http://schemas.microsoft.com/office/drawing/2014/main" id="{384CE78E-2305-1064-1FB0-9C5E6D37CC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9AE4EC6-48C5-A055-B9A6-231AF9DD29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6E74F9-D56D-4DC6-98E9-C4C8A8ABEFBC}" type="slidenum">
              <a:rPr lang="en-US" smtClean="0"/>
              <a:t>‹#›</a:t>
            </a:fld>
            <a:endParaRPr lang="en-US"/>
          </a:p>
        </p:txBody>
      </p:sp>
    </p:spTree>
    <p:extLst>
      <p:ext uri="{BB962C8B-B14F-4D97-AF65-F5344CB8AC3E}">
        <p14:creationId xmlns:p14="http://schemas.microsoft.com/office/powerpoint/2010/main" val="10251917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audio" Target="../media/media3.m4a"/><Relationship Id="rId2" Type="http://schemas.microsoft.com/office/2007/relationships/media" Target="../media/media3.m4a"/><Relationship Id="rId1" Type="http://schemas.openxmlformats.org/officeDocument/2006/relationships/tags" Target="../tags/tag1.xml"/><Relationship Id="rId6" Type="http://schemas.openxmlformats.org/officeDocument/2006/relationships/image" Target="../media/image2.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audio" Target="../media/media4.m4a"/><Relationship Id="rId2" Type="http://schemas.microsoft.com/office/2007/relationships/media" Target="../media/media4.m4a"/><Relationship Id="rId1" Type="http://schemas.openxmlformats.org/officeDocument/2006/relationships/tags" Target="../tags/tag2.xml"/><Relationship Id="rId6" Type="http://schemas.openxmlformats.org/officeDocument/2006/relationships/image" Target="../media/image2.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audio" Target="../media/media5.m4a"/><Relationship Id="rId2" Type="http://schemas.microsoft.com/office/2007/relationships/media" Target="../media/media5.m4a"/><Relationship Id="rId1" Type="http://schemas.openxmlformats.org/officeDocument/2006/relationships/tags" Target="../tags/tag3.xml"/><Relationship Id="rId6" Type="http://schemas.openxmlformats.org/officeDocument/2006/relationships/image" Target="../media/image2.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audio" Target="../media/media6.m4a"/><Relationship Id="rId2" Type="http://schemas.microsoft.com/office/2007/relationships/media" Target="../media/media6.m4a"/><Relationship Id="rId1" Type="http://schemas.openxmlformats.org/officeDocument/2006/relationships/tags" Target="../tags/tag4.xml"/><Relationship Id="rId6" Type="http://schemas.openxmlformats.org/officeDocument/2006/relationships/image" Target="../media/image2.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2.png"/><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7E7AB70-A343-74D6-8295-751572BECA54}"/>
              </a:ext>
            </a:extLst>
          </p:cNvPr>
          <p:cNvSpPr txBox="1"/>
          <p:nvPr/>
        </p:nvSpPr>
        <p:spPr>
          <a:xfrm>
            <a:off x="2118985" y="3083328"/>
            <a:ext cx="8344502" cy="1417311"/>
          </a:xfrm>
          <a:prstGeom prst="rect">
            <a:avLst/>
          </a:prstGeom>
          <a:noFill/>
        </p:spPr>
        <p:txBody>
          <a:bodyPr wrap="square" rtlCol="0">
            <a:spAutoFit/>
          </a:bodyPr>
          <a:lstStyle/>
          <a:p>
            <a:pPr algn="ctr">
              <a:lnSpc>
                <a:spcPct val="150000"/>
              </a:lnSpc>
            </a:pPr>
            <a:r>
              <a:rPr lang="zh-CN" altLang="en-US" sz="2000">
                <a:latin typeface="Segoe UI" panose="020B0502040204020203" pitchFamily="34" charset="0"/>
                <a:ea typeface="SimSun" panose="02010600030101010101" pitchFamily="2" charset="-122"/>
                <a:cs typeface="Segoe UI" panose="020B0502040204020203" pitchFamily="34" charset="0"/>
              </a:rPr>
              <a:t>本标注任务旨在于收集</a:t>
            </a:r>
            <a:r>
              <a:rPr lang="zh-CN" altLang="en-US" sz="2000" b="1" i="1">
                <a:latin typeface="Segoe UI" panose="020B0502040204020203" pitchFamily="34" charset="0"/>
                <a:ea typeface="SimSun" panose="02010600030101010101" pitchFamily="2" charset="-122"/>
                <a:cs typeface="Segoe UI" panose="020B0502040204020203" pitchFamily="34" charset="0"/>
              </a:rPr>
              <a:t>“遵循和体现特定文化背景下价值观”的高质量文本数据</a:t>
            </a:r>
            <a:r>
              <a:rPr lang="zh-CN" altLang="en-US" sz="2000">
                <a:latin typeface="Segoe UI" panose="020B0502040204020203" pitchFamily="34" charset="0"/>
                <a:ea typeface="SimSun" panose="02010600030101010101" pitchFamily="2" charset="-122"/>
                <a:cs typeface="Segoe UI" panose="020B0502040204020203" pitchFamily="34" charset="0"/>
              </a:rPr>
              <a:t>。在标注过程中，需要关注的不仅仅是语言本身，更是</a:t>
            </a:r>
            <a:r>
              <a:rPr lang="zh-CN" altLang="en-US" sz="2000" b="1" i="1">
                <a:latin typeface="Segoe UI" panose="020B0502040204020203" pitchFamily="34" charset="0"/>
                <a:ea typeface="SimSun" panose="02010600030101010101" pitchFamily="2" charset="-122"/>
                <a:cs typeface="Segoe UI" panose="020B0502040204020203" pitchFamily="34" charset="0"/>
              </a:rPr>
              <a:t>文本所蕴含的深层价值原则</a:t>
            </a:r>
            <a:r>
              <a:rPr lang="zh-CN" altLang="en-US" sz="2000">
                <a:latin typeface="Segoe UI" panose="020B0502040204020203" pitchFamily="34" charset="0"/>
                <a:ea typeface="SimSun" panose="02010600030101010101" pitchFamily="2" charset="-122"/>
                <a:cs typeface="Segoe UI" panose="020B0502040204020203" pitchFamily="34" charset="0"/>
              </a:rPr>
              <a:t>，</a:t>
            </a:r>
            <a:r>
              <a:rPr lang="zh-CN" altLang="en-US" sz="2000" b="1" i="1">
                <a:latin typeface="Segoe UI" panose="020B0502040204020203" pitchFamily="34" charset="0"/>
                <a:ea typeface="SimSun" panose="02010600030101010101" pitchFamily="2" charset="-122"/>
                <a:cs typeface="Segoe UI" panose="020B0502040204020203" pitchFamily="34" charset="0"/>
              </a:rPr>
              <a:t>以及它是否与目标文化契合</a:t>
            </a:r>
            <a:r>
              <a:rPr lang="zh-CN" altLang="en-US" sz="2000">
                <a:latin typeface="Segoe UI" panose="020B0502040204020203" pitchFamily="34" charset="0"/>
                <a:ea typeface="SimSun" panose="02010600030101010101" pitchFamily="2" charset="-122"/>
                <a:cs typeface="Segoe UI" panose="020B0502040204020203" pitchFamily="34" charset="0"/>
              </a:rPr>
              <a:t>。</a:t>
            </a:r>
            <a:endParaRPr lang="en-US" altLang="zh-CN" sz="2400">
              <a:latin typeface="Segoe UI" panose="020B0502040204020203" pitchFamily="34" charset="0"/>
              <a:ea typeface="SimSun" panose="02010600030101010101" pitchFamily="2" charset="-122"/>
              <a:cs typeface="Segoe UI" panose="020B0502040204020203" pitchFamily="34" charset="0"/>
            </a:endParaRPr>
          </a:p>
        </p:txBody>
      </p:sp>
      <p:pic>
        <p:nvPicPr>
          <p:cNvPr id="9" name="Picture 8">
            <a:extLst>
              <a:ext uri="{FF2B5EF4-FFF2-40B4-BE49-F238E27FC236}">
                <a16:creationId xmlns:a16="http://schemas.microsoft.com/office/drawing/2014/main" id="{08B91D97-C93D-7777-C1AF-309ACFC55195}"/>
              </a:ext>
            </a:extLst>
          </p:cNvPr>
          <p:cNvPicPr>
            <a:picLocks noChangeAspect="1"/>
          </p:cNvPicPr>
          <p:nvPr/>
        </p:nvPicPr>
        <p:blipFill>
          <a:blip r:embed="rId5"/>
          <a:stretch>
            <a:fillRect/>
          </a:stretch>
        </p:blipFill>
        <p:spPr>
          <a:xfrm>
            <a:off x="1894937" y="1441693"/>
            <a:ext cx="1275336" cy="1186873"/>
          </a:xfrm>
          <a:prstGeom prst="rect">
            <a:avLst/>
          </a:prstGeom>
        </p:spPr>
      </p:pic>
      <p:cxnSp>
        <p:nvCxnSpPr>
          <p:cNvPr id="7" name="Straight Connector 6">
            <a:extLst>
              <a:ext uri="{FF2B5EF4-FFF2-40B4-BE49-F238E27FC236}">
                <a16:creationId xmlns:a16="http://schemas.microsoft.com/office/drawing/2014/main" id="{1CFE8E73-810E-7A73-1B0C-101BF5547570}"/>
              </a:ext>
            </a:extLst>
          </p:cNvPr>
          <p:cNvCxnSpPr>
            <a:cxnSpLocks/>
          </p:cNvCxnSpPr>
          <p:nvPr/>
        </p:nvCxnSpPr>
        <p:spPr>
          <a:xfrm>
            <a:off x="1465521" y="2819014"/>
            <a:ext cx="9409942" cy="0"/>
          </a:xfrm>
          <a:prstGeom prst="line">
            <a:avLst/>
          </a:prstGeom>
          <a:ln w="28575">
            <a:solidFill>
              <a:srgbClr val="FBD441"/>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39834E53-F8A4-D1DC-2CD4-8767391B3A8B}"/>
              </a:ext>
            </a:extLst>
          </p:cNvPr>
          <p:cNvSpPr txBox="1"/>
          <p:nvPr/>
        </p:nvSpPr>
        <p:spPr>
          <a:xfrm>
            <a:off x="3488647" y="1817018"/>
            <a:ext cx="6974840" cy="646331"/>
          </a:xfrm>
          <a:prstGeom prst="rect">
            <a:avLst/>
          </a:prstGeom>
          <a:noFill/>
        </p:spPr>
        <p:txBody>
          <a:bodyPr wrap="square" rtlCol="0">
            <a:spAutoFit/>
          </a:bodyPr>
          <a:lstStyle/>
          <a:p>
            <a:r>
              <a:rPr lang="en-US" sz="3600">
                <a:solidFill>
                  <a:srgbClr val="378DF8"/>
                </a:solidFill>
                <a:latin typeface="Segoe UI Semibold" panose="020B0702040204020203" pitchFamily="34" charset="0"/>
                <a:cs typeface="Segoe UI Semibold" panose="020B0702040204020203" pitchFamily="34" charset="0"/>
              </a:rPr>
              <a:t>Cultural Value Data Annotation</a:t>
            </a:r>
          </a:p>
        </p:txBody>
      </p:sp>
      <p:pic>
        <p:nvPicPr>
          <p:cNvPr id="19" name="Audio 18">
            <a:extLst>
              <a:ext uri="{FF2B5EF4-FFF2-40B4-BE49-F238E27FC236}">
                <a16:creationId xmlns:a16="http://schemas.microsoft.com/office/drawing/2014/main" id="{8148F810-81BD-E460-ECC7-F46F59AB2E5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569700" y="6235700"/>
            <a:ext cx="406400" cy="406400"/>
          </a:xfrm>
          <a:prstGeom prst="rect">
            <a:avLst/>
          </a:prstGeom>
        </p:spPr>
      </p:pic>
    </p:spTree>
    <p:extLst>
      <p:ext uri="{BB962C8B-B14F-4D97-AF65-F5344CB8AC3E}">
        <p14:creationId xmlns:p14="http://schemas.microsoft.com/office/powerpoint/2010/main" val="2002474622"/>
      </p:ext>
    </p:extLst>
  </p:cSld>
  <p:clrMapOvr>
    <a:masterClrMapping/>
  </p:clrMapOvr>
  <mc:AlternateContent xmlns:mc="http://schemas.openxmlformats.org/markup-compatibility/2006">
    <mc:Choice xmlns:p14="http://schemas.microsoft.com/office/powerpoint/2010/main" Requires="p14">
      <p:transition spd="slow" p14:dur="2000" advTm="27514"/>
    </mc:Choice>
    <mc:Fallback>
      <p:transition spd="slow" advTm="2751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B9B3D-2B8D-A663-A85B-02325E2690E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B5C0CC2-F2A6-A70D-5C1E-0AFBCB1BE2A1}"/>
              </a:ext>
            </a:extLst>
          </p:cNvPr>
          <p:cNvSpPr txBox="1"/>
          <p:nvPr/>
        </p:nvSpPr>
        <p:spPr>
          <a:xfrm>
            <a:off x="4701384" y="2380238"/>
            <a:ext cx="3521685" cy="707886"/>
          </a:xfrm>
          <a:prstGeom prst="rect">
            <a:avLst/>
          </a:prstGeom>
          <a:noFill/>
        </p:spPr>
        <p:txBody>
          <a:bodyPr wrap="square" rtlCol="0">
            <a:spAutoFit/>
          </a:bodyPr>
          <a:lstStyle/>
          <a:p>
            <a:r>
              <a:rPr lang="en-US" sz="4000">
                <a:latin typeface="Segoe UI Semibold" panose="020B0702040204020203" pitchFamily="34" charset="0"/>
                <a:cs typeface="Segoe UI Semibold" panose="020B0702040204020203" pitchFamily="34" charset="0"/>
              </a:rPr>
              <a:t>1. </a:t>
            </a:r>
            <a:r>
              <a:rPr lang="zh-CN" altLang="en-US" sz="4000">
                <a:latin typeface="Segoe UI Semibold" panose="020B0702040204020203" pitchFamily="34" charset="0"/>
                <a:cs typeface="Segoe UI Semibold" panose="020B0702040204020203" pitchFamily="34" charset="0"/>
              </a:rPr>
              <a:t>背景知识</a:t>
            </a:r>
            <a:endParaRPr lang="en-US" sz="4000">
              <a:latin typeface="Segoe UI Semibold" panose="020B0702040204020203" pitchFamily="34" charset="0"/>
              <a:cs typeface="Segoe UI Semibold" panose="020B0702040204020203" pitchFamily="34" charset="0"/>
            </a:endParaRPr>
          </a:p>
        </p:txBody>
      </p:sp>
      <p:pic>
        <p:nvPicPr>
          <p:cNvPr id="19" name="Audio 18">
            <a:extLst>
              <a:ext uri="{FF2B5EF4-FFF2-40B4-BE49-F238E27FC236}">
                <a16:creationId xmlns:a16="http://schemas.microsoft.com/office/drawing/2014/main" id="{FD85FA01-B908-3D1E-4B2E-9DB0A06137D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569700" y="6235700"/>
            <a:ext cx="406400" cy="406400"/>
          </a:xfrm>
          <a:prstGeom prst="rect">
            <a:avLst/>
          </a:prstGeom>
        </p:spPr>
      </p:pic>
    </p:spTree>
    <p:extLst>
      <p:ext uri="{BB962C8B-B14F-4D97-AF65-F5344CB8AC3E}">
        <p14:creationId xmlns:p14="http://schemas.microsoft.com/office/powerpoint/2010/main" val="2864023916"/>
      </p:ext>
    </p:extLst>
  </p:cSld>
  <p:clrMapOvr>
    <a:masterClrMapping/>
  </p:clrMapOvr>
  <mc:AlternateContent xmlns:mc="http://schemas.openxmlformats.org/markup-compatibility/2006">
    <mc:Choice xmlns:p14="http://schemas.microsoft.com/office/powerpoint/2010/main" Requires="p14">
      <p:transition spd="slow" p14:dur="2000" advTm="4522"/>
    </mc:Choice>
    <mc:Fallback>
      <p:transition spd="slow" advTm="452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9"/>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A9B53-E989-19B5-C4F6-7AB033865E30}"/>
              </a:ext>
            </a:extLst>
          </p:cNvPr>
          <p:cNvSpPr>
            <a:spLocks noGrp="1"/>
          </p:cNvSpPr>
          <p:nvPr>
            <p:ph type="title"/>
          </p:nvPr>
        </p:nvSpPr>
        <p:spPr>
          <a:xfrm>
            <a:off x="533403" y="290483"/>
            <a:ext cx="10515600" cy="798091"/>
          </a:xfrm>
        </p:spPr>
        <p:txBody>
          <a:bodyPr>
            <a:normAutofit/>
          </a:bodyPr>
          <a:lstStyle/>
          <a:p>
            <a:r>
              <a:rPr lang="en-US" sz="3600">
                <a:latin typeface="Segoe UI Semibold" panose="020B0702040204020203" pitchFamily="34" charset="0"/>
                <a:cs typeface="Segoe UI Semibold" panose="020B0702040204020203" pitchFamily="34" charset="0"/>
              </a:rPr>
              <a:t>1. </a:t>
            </a:r>
            <a:r>
              <a:rPr lang="zh-CN" altLang="en-US" sz="3600">
                <a:latin typeface="Segoe UI Semibold" panose="020B0702040204020203" pitchFamily="34" charset="0"/>
                <a:cs typeface="Segoe UI Semibold" panose="020B0702040204020203" pitchFamily="34" charset="0"/>
              </a:rPr>
              <a:t>什么是大语言模型 </a:t>
            </a:r>
            <a:r>
              <a:rPr lang="en-US" sz="3600">
                <a:latin typeface="Segoe UI" panose="020B0502040204020203" pitchFamily="34" charset="0"/>
                <a:cs typeface="Segoe UI" panose="020B0502040204020203" pitchFamily="34" charset="0"/>
              </a:rPr>
              <a:t>(Large Language Models)?</a:t>
            </a:r>
          </a:p>
        </p:txBody>
      </p:sp>
      <p:sp>
        <p:nvSpPr>
          <p:cNvPr id="3" name="Content Placeholder 2">
            <a:extLst>
              <a:ext uri="{FF2B5EF4-FFF2-40B4-BE49-F238E27FC236}">
                <a16:creationId xmlns:a16="http://schemas.microsoft.com/office/drawing/2014/main" id="{49BF38DB-0A9A-389D-FF35-1C5332A12669}"/>
              </a:ext>
            </a:extLst>
          </p:cNvPr>
          <p:cNvSpPr>
            <a:spLocks noGrp="1"/>
          </p:cNvSpPr>
          <p:nvPr>
            <p:ph idx="1"/>
          </p:nvPr>
        </p:nvSpPr>
        <p:spPr>
          <a:xfrm>
            <a:off x="533403" y="1387464"/>
            <a:ext cx="10515600" cy="5346441"/>
          </a:xfrm>
        </p:spPr>
        <p:txBody>
          <a:bodyPr>
            <a:normAutofit/>
          </a:bodyPr>
          <a:lstStyle/>
          <a:p>
            <a:pPr>
              <a:lnSpc>
                <a:spcPct val="100000"/>
              </a:lnSpc>
              <a:spcBef>
                <a:spcPts val="1200"/>
              </a:spcBef>
              <a:spcAft>
                <a:spcPts val="600"/>
              </a:spcAft>
            </a:pPr>
            <a:r>
              <a:rPr lang="zh-CN" altLang="en-US">
                <a:latin typeface="Segoe UI" panose="020B0502040204020203" pitchFamily="34" charset="0"/>
                <a:cs typeface="Segoe UI" panose="020B0502040204020203" pitchFamily="34" charset="0"/>
              </a:rPr>
              <a:t>广泛使用的</a:t>
            </a:r>
            <a:r>
              <a:rPr lang="en-US" altLang="zh-CN">
                <a:latin typeface="Segoe UI" panose="020B0502040204020203" pitchFamily="34" charset="0"/>
                <a:cs typeface="Segoe UI" panose="020B0502040204020203" pitchFamily="34" charset="0"/>
              </a:rPr>
              <a:t> AI </a:t>
            </a:r>
            <a:r>
              <a:rPr lang="zh-CN" altLang="en-US">
                <a:latin typeface="Segoe UI" panose="020B0502040204020203" pitchFamily="34" charset="0"/>
                <a:cs typeface="Segoe UI" panose="020B0502040204020203" pitchFamily="34" charset="0"/>
              </a:rPr>
              <a:t>产品或系统，比如</a:t>
            </a:r>
            <a:endParaRPr lang="en-US">
              <a:latin typeface="Segoe UI" panose="020B0502040204020203" pitchFamily="34" charset="0"/>
              <a:cs typeface="Segoe UI" panose="020B0502040204020203" pitchFamily="34" charset="0"/>
            </a:endParaRPr>
          </a:p>
          <a:p>
            <a:pPr lvl="1"/>
            <a:r>
              <a:rPr lang="en-US">
                <a:latin typeface="Segoe UI" panose="020B0502040204020203" pitchFamily="34" charset="0"/>
                <a:cs typeface="Segoe UI" panose="020B0502040204020203" pitchFamily="34" charset="0"/>
              </a:rPr>
              <a:t>ChatGPT, Gemini, Claude</a:t>
            </a:r>
          </a:p>
          <a:p>
            <a:pPr lvl="1"/>
            <a:r>
              <a:rPr lang="zh-CN" altLang="en-US">
                <a:latin typeface="Segoe UI" panose="020B0502040204020203" pitchFamily="34" charset="0"/>
                <a:cs typeface="Segoe UI" panose="020B0502040204020203" pitchFamily="34" charset="0"/>
              </a:rPr>
              <a:t>通义千问，</a:t>
            </a:r>
            <a:r>
              <a:rPr lang="en-US" altLang="zh-CN">
                <a:latin typeface="Segoe UI" panose="020B0502040204020203" pitchFamily="34" charset="0"/>
                <a:cs typeface="Segoe UI" panose="020B0502040204020203" pitchFamily="34" charset="0"/>
              </a:rPr>
              <a:t>DeepSeek</a:t>
            </a:r>
            <a:r>
              <a:rPr lang="zh-CN" altLang="en-US">
                <a:latin typeface="Segoe UI" panose="020B0502040204020203" pitchFamily="34" charset="0"/>
                <a:cs typeface="Segoe UI" panose="020B0502040204020203" pitchFamily="34" charset="0"/>
              </a:rPr>
              <a:t>，豆包</a:t>
            </a:r>
            <a:r>
              <a:rPr lang="en-US" altLang="zh-CN">
                <a:latin typeface="Segoe UI" panose="020B0502040204020203" pitchFamily="34" charset="0"/>
                <a:cs typeface="Segoe UI" panose="020B0502040204020203" pitchFamily="34" charset="0"/>
              </a:rPr>
              <a:t>APP</a:t>
            </a:r>
            <a:endParaRPr lang="en-US">
              <a:latin typeface="Segoe UI" panose="020B0502040204020203" pitchFamily="34" charset="0"/>
              <a:cs typeface="Segoe UI" panose="020B0502040204020203" pitchFamily="34" charset="0"/>
            </a:endParaRPr>
          </a:p>
          <a:p>
            <a:pPr lvl="1"/>
            <a:r>
              <a:rPr lang="en-US" err="1">
                <a:latin typeface="Segoe UI" panose="020B0502040204020203" pitchFamily="34" charset="0"/>
                <a:cs typeface="Segoe UI" panose="020B0502040204020203" pitchFamily="34" charset="0"/>
              </a:rPr>
              <a:t>HyperClova</a:t>
            </a:r>
            <a:r>
              <a:rPr lang="en-US">
                <a:latin typeface="Segoe UI" panose="020B0502040204020203" pitchFamily="34" charset="0"/>
                <a:cs typeface="Segoe UI" panose="020B0502040204020203" pitchFamily="34" charset="0"/>
              </a:rPr>
              <a:t>, </a:t>
            </a:r>
            <a:r>
              <a:rPr lang="en-US" err="1">
                <a:latin typeface="Segoe UI" panose="020B0502040204020203" pitchFamily="34" charset="0"/>
                <a:cs typeface="Segoe UI" panose="020B0502040204020203" pitchFamily="34" charset="0"/>
              </a:rPr>
              <a:t>ExaONE</a:t>
            </a:r>
            <a:r>
              <a:rPr lang="en-US">
                <a:latin typeface="Segoe UI" panose="020B0502040204020203" pitchFamily="34" charset="0"/>
                <a:cs typeface="Segoe UI" panose="020B0502040204020203" pitchFamily="34" charset="0"/>
              </a:rPr>
              <a:t> 3.0</a:t>
            </a:r>
          </a:p>
          <a:p>
            <a:pPr lvl="1"/>
            <a:r>
              <a:rPr lang="en-US" err="1">
                <a:latin typeface="Segoe UI" panose="020B0502040204020203" pitchFamily="34" charset="0"/>
                <a:cs typeface="Segoe UI" panose="020B0502040204020203" pitchFamily="34" charset="0"/>
              </a:rPr>
              <a:t>RakutenAI</a:t>
            </a:r>
            <a:r>
              <a:rPr lang="en-US">
                <a:latin typeface="Segoe UI" panose="020B0502040204020203" pitchFamily="34" charset="0"/>
                <a:cs typeface="Segoe UI" panose="020B0502040204020203" pitchFamily="34" charset="0"/>
              </a:rPr>
              <a:t> Model,</a:t>
            </a:r>
          </a:p>
          <a:p>
            <a:pPr lvl="1"/>
            <a:r>
              <a:rPr lang="en-US">
                <a:latin typeface="Segoe UI" panose="020B0502040204020203" pitchFamily="34" charset="0"/>
                <a:cs typeface="Segoe UI" panose="020B0502040204020203" pitchFamily="34" charset="0"/>
              </a:rPr>
              <a:t>Sea-Lion, </a:t>
            </a:r>
            <a:r>
              <a:rPr lang="en-US" err="1">
                <a:latin typeface="Segoe UI" panose="020B0502040204020203" pitchFamily="34" charset="0"/>
                <a:cs typeface="Segoe UI" panose="020B0502040204020203" pitchFamily="34" charset="0"/>
              </a:rPr>
              <a:t>MERaLiON</a:t>
            </a:r>
            <a:r>
              <a:rPr lang="en-US">
                <a:latin typeface="Segoe UI" panose="020B0502040204020203" pitchFamily="34" charset="0"/>
                <a:cs typeface="Segoe UI" panose="020B0502040204020203" pitchFamily="34" charset="0"/>
              </a:rPr>
              <a:t>, </a:t>
            </a:r>
            <a:r>
              <a:rPr lang="en-US" err="1">
                <a:latin typeface="Segoe UI" panose="020B0502040204020203" pitchFamily="34" charset="0"/>
                <a:cs typeface="Segoe UI" panose="020B0502040204020203" pitchFamily="34" charset="0"/>
              </a:rPr>
              <a:t>etc</a:t>
            </a:r>
            <a:endParaRPr lang="en-US">
              <a:latin typeface="Segoe UI" panose="020B0502040204020203" pitchFamily="34" charset="0"/>
              <a:cs typeface="Segoe UI" panose="020B0502040204020203" pitchFamily="34" charset="0"/>
            </a:endParaRPr>
          </a:p>
          <a:p>
            <a:pPr>
              <a:spcBef>
                <a:spcPts val="1800"/>
              </a:spcBef>
              <a:spcAft>
                <a:spcPts val="600"/>
              </a:spcAft>
            </a:pPr>
            <a:r>
              <a:rPr lang="zh-CN" altLang="en-US">
                <a:latin typeface="Segoe UI" panose="020B0502040204020203" pitchFamily="34" charset="0"/>
                <a:cs typeface="Segoe UI" panose="020B0502040204020203" pitchFamily="34" charset="0"/>
              </a:rPr>
              <a:t>用户通过文字、语音等方式与其交互，帮助用户完成：</a:t>
            </a:r>
            <a:endParaRPr lang="en-US">
              <a:latin typeface="Segoe UI" panose="020B0502040204020203" pitchFamily="34" charset="0"/>
              <a:cs typeface="Segoe UI" panose="020B0502040204020203" pitchFamily="34" charset="0"/>
            </a:endParaRPr>
          </a:p>
          <a:p>
            <a:pPr lvl="1"/>
            <a:r>
              <a:rPr lang="zh-CN" altLang="en-US">
                <a:latin typeface="Segoe UI" panose="020B0502040204020203" pitchFamily="34" charset="0"/>
                <a:cs typeface="Segoe UI" panose="020B0502040204020203" pitchFamily="34" charset="0"/>
              </a:rPr>
              <a:t>智能问答</a:t>
            </a:r>
            <a:endParaRPr lang="en-US">
              <a:latin typeface="Segoe UI" panose="020B0502040204020203" pitchFamily="34" charset="0"/>
              <a:cs typeface="Segoe UI" panose="020B0502040204020203" pitchFamily="34" charset="0"/>
            </a:endParaRPr>
          </a:p>
          <a:p>
            <a:pPr lvl="1"/>
            <a:r>
              <a:rPr lang="zh-CN" altLang="en-US">
                <a:latin typeface="Segoe UI" panose="020B0502040204020203" pitchFamily="34" charset="0"/>
                <a:cs typeface="Segoe UI" panose="020B0502040204020203" pitchFamily="34" charset="0"/>
              </a:rPr>
              <a:t>信息检索</a:t>
            </a:r>
            <a:endParaRPr lang="en-US">
              <a:latin typeface="Segoe UI" panose="020B0502040204020203" pitchFamily="34" charset="0"/>
              <a:cs typeface="Segoe UI" panose="020B0502040204020203" pitchFamily="34" charset="0"/>
            </a:endParaRPr>
          </a:p>
          <a:p>
            <a:pPr lvl="1"/>
            <a:r>
              <a:rPr lang="zh-CN" altLang="en-US">
                <a:latin typeface="Segoe UI" panose="020B0502040204020203" pitchFamily="34" charset="0"/>
                <a:cs typeface="Segoe UI" panose="020B0502040204020203" pitchFamily="34" charset="0"/>
              </a:rPr>
              <a:t>提供个人建议等</a:t>
            </a:r>
            <a:endParaRPr lang="en-US" altLang="zh-CN">
              <a:latin typeface="Segoe UI" panose="020B0502040204020203" pitchFamily="34" charset="0"/>
              <a:cs typeface="Segoe UI" panose="020B0502040204020203" pitchFamily="34" charset="0"/>
            </a:endParaRPr>
          </a:p>
          <a:p>
            <a:pPr lvl="1"/>
            <a:r>
              <a:rPr lang="en-US" b="1">
                <a:latin typeface="Segoe UI" panose="020B0502040204020203" pitchFamily="34" charset="0"/>
                <a:cs typeface="Segoe UI" panose="020B0502040204020203" pitchFamily="34" charset="0"/>
              </a:rPr>
              <a:t>…</a:t>
            </a:r>
          </a:p>
        </p:txBody>
      </p:sp>
      <p:pic>
        <p:nvPicPr>
          <p:cNvPr id="14" name="Audio 13">
            <a:extLst>
              <a:ext uri="{FF2B5EF4-FFF2-40B4-BE49-F238E27FC236}">
                <a16:creationId xmlns:a16="http://schemas.microsoft.com/office/drawing/2014/main" id="{FB18FC2D-A218-836D-7F50-F44C8ACB7E7F}"/>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569700" y="6235700"/>
            <a:ext cx="406400" cy="406400"/>
          </a:xfrm>
          <a:prstGeom prst="rect">
            <a:avLst/>
          </a:prstGeom>
        </p:spPr>
      </p:pic>
    </p:spTree>
    <p:custDataLst>
      <p:tags r:id="rId1"/>
    </p:custDataLst>
    <p:extLst>
      <p:ext uri="{BB962C8B-B14F-4D97-AF65-F5344CB8AC3E}">
        <p14:creationId xmlns:p14="http://schemas.microsoft.com/office/powerpoint/2010/main" val="705044513"/>
      </p:ext>
    </p:extLst>
  </p:cSld>
  <p:clrMapOvr>
    <a:masterClrMapping/>
  </p:clrMapOvr>
  <mc:AlternateContent xmlns:mc="http://schemas.openxmlformats.org/markup-compatibility/2006">
    <mc:Choice xmlns:p14="http://schemas.microsoft.com/office/powerpoint/2010/main" Requires="p14">
      <p:transition spd="slow" p14:dur="2000" advTm="28284"/>
    </mc:Choice>
    <mc:Fallback>
      <p:transition spd="slow" advTm="2828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3" fill="hold" display="0">
                  <p:stCondLst>
                    <p:cond delay="indefinite"/>
                  </p:stCondLst>
                  <p:endCondLst>
                    <p:cond evt="onStopAudio" delay="0">
                      <p:tgtEl>
                        <p:sldTgt/>
                      </p:tgtEl>
                    </p:cond>
                  </p:endCondLst>
                </p:cTn>
                <p:tgtEl>
                  <p:spTgt spid="14"/>
                </p:tgtEl>
              </p:cMediaNode>
            </p:audio>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D02D3-2778-2A09-9DC9-F89D371EC3F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17329D-42EC-E5EA-D1B0-4700872C11C1}"/>
              </a:ext>
            </a:extLst>
          </p:cNvPr>
          <p:cNvSpPr>
            <a:spLocks noGrp="1"/>
          </p:cNvSpPr>
          <p:nvPr>
            <p:ph idx="1"/>
          </p:nvPr>
        </p:nvSpPr>
        <p:spPr>
          <a:xfrm>
            <a:off x="185061" y="230819"/>
            <a:ext cx="11882532" cy="6480854"/>
          </a:xfrm>
        </p:spPr>
        <p:txBody>
          <a:bodyPr>
            <a:normAutofit fontScale="85000" lnSpcReduction="10000"/>
          </a:bodyPr>
          <a:lstStyle/>
          <a:p>
            <a:pPr marL="0" indent="0">
              <a:lnSpc>
                <a:spcPct val="100000"/>
              </a:lnSpc>
              <a:spcBef>
                <a:spcPts val="1200"/>
              </a:spcBef>
              <a:spcAft>
                <a:spcPts val="600"/>
              </a:spcAft>
              <a:buNone/>
            </a:pPr>
            <a:r>
              <a:rPr lang="en-US" sz="3300" b="1">
                <a:latin typeface="Segoe UI" panose="020B0502040204020203" pitchFamily="34" charset="0"/>
                <a:cs typeface="Segoe UI" panose="020B0502040204020203" pitchFamily="34" charset="0"/>
              </a:rPr>
              <a:t>2. </a:t>
            </a:r>
            <a:r>
              <a:rPr lang="zh-CN" altLang="en-US" sz="3300" b="1">
                <a:latin typeface="Segoe UI" panose="020B0502040204020203" pitchFamily="34" charset="0"/>
                <a:cs typeface="Segoe UI" panose="020B0502040204020203" pitchFamily="34" charset="0"/>
              </a:rPr>
              <a:t>什么是价值观 </a:t>
            </a:r>
            <a:r>
              <a:rPr lang="en-US" altLang="zh-CN" sz="3300" b="1">
                <a:latin typeface="Segoe UI" panose="020B0502040204020203" pitchFamily="34" charset="0"/>
                <a:cs typeface="Segoe UI" panose="020B0502040204020203" pitchFamily="34" charset="0"/>
              </a:rPr>
              <a:t>(</a:t>
            </a:r>
            <a:r>
              <a:rPr lang="en-US" sz="3300" b="1">
                <a:latin typeface="Segoe UI" panose="020B0502040204020203" pitchFamily="34" charset="0"/>
                <a:cs typeface="Segoe UI" panose="020B0502040204020203" pitchFamily="34" charset="0"/>
              </a:rPr>
              <a:t>Values)?</a:t>
            </a:r>
          </a:p>
          <a:p>
            <a:pPr lvl="1">
              <a:lnSpc>
                <a:spcPct val="110000"/>
              </a:lnSpc>
              <a:spcBef>
                <a:spcPts val="1200"/>
              </a:spcBef>
            </a:pPr>
            <a:r>
              <a:rPr lang="zh-CN" altLang="en-US"/>
              <a:t>人们内在的原则，用来指导判断</a:t>
            </a:r>
            <a:r>
              <a:rPr lang="en-US"/>
              <a:t>“</a:t>
            </a:r>
            <a:r>
              <a:rPr lang="zh-CN" altLang="en-US"/>
              <a:t>什么是重要的、正确的或恰当的</a:t>
            </a:r>
            <a:r>
              <a:rPr lang="en-US"/>
              <a:t>”</a:t>
            </a:r>
            <a:r>
              <a:rPr lang="zh-CN" altLang="en-US"/>
              <a:t>，以及</a:t>
            </a:r>
            <a:r>
              <a:rPr lang="en-US"/>
              <a:t>“</a:t>
            </a:r>
            <a:r>
              <a:rPr lang="zh-CN" altLang="en-US"/>
              <a:t>什么应该被避免</a:t>
            </a:r>
            <a:r>
              <a:rPr lang="en-US"/>
              <a:t>”</a:t>
            </a:r>
            <a:r>
              <a:rPr lang="zh-CN" altLang="en-US"/>
              <a:t>。</a:t>
            </a:r>
            <a:endParaRPr lang="en-US" altLang="zh-CN"/>
          </a:p>
          <a:p>
            <a:pPr lvl="1">
              <a:lnSpc>
                <a:spcPct val="110000"/>
              </a:lnSpc>
              <a:spcBef>
                <a:spcPts val="1200"/>
              </a:spcBef>
            </a:pPr>
            <a:r>
              <a:rPr lang="zh-CN" altLang="en-US"/>
              <a:t>可以理解为</a:t>
            </a:r>
            <a:r>
              <a:rPr lang="en-US"/>
              <a:t>“</a:t>
            </a:r>
            <a:r>
              <a:rPr lang="zh-CN" altLang="en-US"/>
              <a:t>一个人为什么会认为某件事应该做或不应该做的根本原因</a:t>
            </a:r>
            <a:r>
              <a:rPr lang="en-US"/>
              <a:t>”</a:t>
            </a:r>
            <a:r>
              <a:rPr lang="zh-CN" altLang="en-US"/>
              <a:t>。</a:t>
            </a:r>
            <a:endParaRPr lang="en-US">
              <a:latin typeface="Segoe UI" panose="020B0502040204020203" pitchFamily="34" charset="0"/>
              <a:cs typeface="Segoe UI" panose="020B0502040204020203" pitchFamily="34" charset="0"/>
            </a:endParaRPr>
          </a:p>
          <a:p>
            <a:pPr>
              <a:lnSpc>
                <a:spcPct val="100000"/>
              </a:lnSpc>
              <a:spcBef>
                <a:spcPts val="1800"/>
              </a:spcBef>
              <a:spcAft>
                <a:spcPts val="600"/>
              </a:spcAft>
            </a:pPr>
            <a:r>
              <a:rPr lang="zh-CN" altLang="en-US" b="1">
                <a:latin typeface="Segoe UI" panose="020B0502040204020203" pitchFamily="34" charset="0"/>
                <a:cs typeface="Segoe UI" panose="020B0502040204020203" pitchFamily="34" charset="0"/>
              </a:rPr>
              <a:t>如何识别一段回答背后的价值观</a:t>
            </a:r>
            <a:r>
              <a:rPr lang="en-US" b="1">
                <a:latin typeface="Segoe UI" panose="020B0502040204020203" pitchFamily="34" charset="0"/>
                <a:cs typeface="Segoe UI" panose="020B0502040204020203" pitchFamily="34" charset="0"/>
              </a:rPr>
              <a:t>?</a:t>
            </a:r>
          </a:p>
          <a:p>
            <a:pPr lvl="1">
              <a:lnSpc>
                <a:spcPct val="110000"/>
              </a:lnSpc>
              <a:spcBef>
                <a:spcPts val="1200"/>
              </a:spcBef>
            </a:pPr>
            <a:r>
              <a:rPr lang="zh-CN" altLang="en-US">
                <a:latin typeface="Segoe UI" panose="020B0502040204020203" pitchFamily="34" charset="0"/>
                <a:cs typeface="Segoe UI" panose="020B0502040204020203" pitchFamily="34" charset="0"/>
              </a:rPr>
              <a:t>请思考：“这个人认为什么是重要的？”， “</a:t>
            </a:r>
            <a:r>
              <a:rPr lang="zh-CN" altLang="en-US"/>
              <a:t>哪些行为受到鼓励，哪些行为受到劝阻？</a:t>
            </a:r>
            <a:r>
              <a:rPr lang="zh-CN" altLang="en-US">
                <a:latin typeface="Segoe UI" panose="020B0502040204020203" pitchFamily="34" charset="0"/>
                <a:cs typeface="Segoe UI" panose="020B0502040204020203" pitchFamily="34" charset="0"/>
              </a:rPr>
              <a:t>”，“什么被认为是正确或恰当的？”</a:t>
            </a:r>
            <a:endParaRPr lang="en-US">
              <a:latin typeface="Segoe UI" panose="020B0502040204020203" pitchFamily="34" charset="0"/>
              <a:cs typeface="Segoe UI" panose="020B0502040204020203" pitchFamily="34" charset="0"/>
            </a:endParaRPr>
          </a:p>
          <a:p>
            <a:pPr lvl="1">
              <a:lnSpc>
                <a:spcPct val="110000"/>
              </a:lnSpc>
              <a:spcBef>
                <a:spcPts val="1200"/>
              </a:spcBef>
            </a:pPr>
            <a:r>
              <a:rPr lang="zh-CN" altLang="en-US"/>
              <a:t>然后，将这些问题的答案概括为</a:t>
            </a:r>
            <a:r>
              <a:rPr lang="zh-CN" altLang="en-US" b="1"/>
              <a:t>能够体现核心思想的短语，而不是具体行为或冗长解释</a:t>
            </a:r>
            <a:r>
              <a:rPr lang="zh-CN" altLang="en-US"/>
              <a:t>，例如：尊重长辈、公平、社会和谐。</a:t>
            </a:r>
            <a:endParaRPr lang="en-US" altLang="zh-CN"/>
          </a:p>
          <a:p>
            <a:pPr lvl="1">
              <a:lnSpc>
                <a:spcPct val="110000"/>
              </a:lnSpc>
              <a:spcBef>
                <a:spcPts val="1200"/>
              </a:spcBef>
            </a:pPr>
            <a:r>
              <a:rPr lang="zh-CN" altLang="en-US"/>
              <a:t>请注意，一条回答中可能包含多个价值观。</a:t>
            </a:r>
            <a:endParaRPr lang="en-US">
              <a:latin typeface="Segoe UI" panose="020B0502040204020203" pitchFamily="34" charset="0"/>
              <a:cs typeface="Segoe UI" panose="020B0502040204020203" pitchFamily="34" charset="0"/>
            </a:endParaRPr>
          </a:p>
          <a:p>
            <a:pPr>
              <a:lnSpc>
                <a:spcPct val="100000"/>
              </a:lnSpc>
              <a:spcBef>
                <a:spcPts val="1800"/>
              </a:spcBef>
              <a:spcAft>
                <a:spcPts val="600"/>
              </a:spcAft>
            </a:pPr>
            <a:r>
              <a:rPr lang="zh-CN" altLang="en-US" b="1">
                <a:latin typeface="Segoe UI" panose="020B0502040204020203" pitchFamily="34" charset="0"/>
                <a:cs typeface="Segoe UI" panose="020B0502040204020203" pitchFamily="34" charset="0"/>
              </a:rPr>
              <a:t>举例说明</a:t>
            </a:r>
            <a:endParaRPr lang="en-US" b="1">
              <a:latin typeface="Segoe UI" panose="020B0502040204020203" pitchFamily="34" charset="0"/>
              <a:cs typeface="Segoe UI" panose="020B0502040204020203" pitchFamily="34" charset="0"/>
            </a:endParaRPr>
          </a:p>
          <a:p>
            <a:pPr lvl="1">
              <a:lnSpc>
                <a:spcPct val="100000"/>
              </a:lnSpc>
              <a:spcBef>
                <a:spcPts val="1200"/>
              </a:spcBef>
              <a:spcAft>
                <a:spcPts val="600"/>
              </a:spcAft>
            </a:pPr>
            <a:r>
              <a:rPr lang="zh-CN" altLang="en-US"/>
              <a:t>当你的观点与父母的建议发生冲突时，你应该始终听从父母，以表示尊重。</a:t>
            </a:r>
            <a:r>
              <a:rPr lang="en-US"/>
              <a:t> </a:t>
            </a:r>
            <a:r>
              <a:rPr lang="en-US" altLang="zh-CN"/>
              <a:t>—— </a:t>
            </a:r>
            <a:r>
              <a:rPr lang="zh-CN" altLang="en-US" b="1"/>
              <a:t>体现的价值观</a:t>
            </a:r>
            <a:r>
              <a:rPr lang="en-US" b="1"/>
              <a:t>: </a:t>
            </a:r>
            <a:r>
              <a:rPr lang="zh-CN" altLang="en-US" b="1"/>
              <a:t>尊重长辈</a:t>
            </a:r>
            <a:endParaRPr lang="en-US" b="1"/>
          </a:p>
          <a:p>
            <a:pPr lvl="1">
              <a:lnSpc>
                <a:spcPct val="100000"/>
              </a:lnSpc>
              <a:spcBef>
                <a:spcPts val="1200"/>
              </a:spcBef>
              <a:spcAft>
                <a:spcPts val="600"/>
              </a:spcAft>
            </a:pPr>
            <a:r>
              <a:rPr lang="zh-CN" altLang="en-US"/>
              <a:t>即使你的观点与父母的建议相冲突，我仍然认为你应该自己做决定。</a:t>
            </a:r>
            <a:r>
              <a:rPr lang="en-US"/>
              <a:t> </a:t>
            </a:r>
            <a:r>
              <a:rPr lang="en-US" altLang="zh-CN"/>
              <a:t>—— </a:t>
            </a:r>
            <a:r>
              <a:rPr lang="zh-CN" altLang="en-US" b="1"/>
              <a:t>体现的价值观</a:t>
            </a:r>
            <a:r>
              <a:rPr lang="en-US" altLang="zh-CN" b="1"/>
              <a:t>: </a:t>
            </a:r>
            <a:r>
              <a:rPr lang="zh-CN" altLang="en-US" b="1"/>
              <a:t>个人自主</a:t>
            </a:r>
            <a:endParaRPr lang="en-US" b="1"/>
          </a:p>
          <a:p>
            <a:pPr lvl="1">
              <a:lnSpc>
                <a:spcPct val="100000"/>
              </a:lnSpc>
              <a:spcBef>
                <a:spcPts val="1200"/>
              </a:spcBef>
              <a:spcAft>
                <a:spcPts val="600"/>
              </a:spcAft>
            </a:pPr>
            <a:endParaRPr lang="en-US"/>
          </a:p>
          <a:p>
            <a:pPr lvl="1">
              <a:lnSpc>
                <a:spcPct val="100000"/>
              </a:lnSpc>
              <a:spcBef>
                <a:spcPts val="1200"/>
              </a:spcBef>
              <a:spcAft>
                <a:spcPts val="600"/>
              </a:spcAft>
            </a:pPr>
            <a:endParaRPr lang="en-US">
              <a:latin typeface="Segoe UI" panose="020B0502040204020203" pitchFamily="34" charset="0"/>
              <a:cs typeface="Segoe UI" panose="020B0502040204020203" pitchFamily="34" charset="0"/>
            </a:endParaRPr>
          </a:p>
          <a:p>
            <a:pPr>
              <a:lnSpc>
                <a:spcPct val="100000"/>
              </a:lnSpc>
              <a:spcBef>
                <a:spcPts val="1200"/>
              </a:spcBef>
              <a:spcAft>
                <a:spcPts val="600"/>
              </a:spcAft>
            </a:pPr>
            <a:endParaRPr lang="en-US">
              <a:latin typeface="Segoe UI" panose="020B0502040204020203" pitchFamily="34" charset="0"/>
              <a:cs typeface="Segoe UI" panose="020B0502040204020203" pitchFamily="34" charset="0"/>
            </a:endParaRPr>
          </a:p>
        </p:txBody>
      </p:sp>
      <p:pic>
        <p:nvPicPr>
          <p:cNvPr id="12" name="Audio 11">
            <a:extLst>
              <a:ext uri="{FF2B5EF4-FFF2-40B4-BE49-F238E27FC236}">
                <a16:creationId xmlns:a16="http://schemas.microsoft.com/office/drawing/2014/main" id="{826C3924-04B2-67B6-D921-24A332A74416}"/>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569700" y="6235700"/>
            <a:ext cx="406400" cy="406400"/>
          </a:xfrm>
          <a:prstGeom prst="rect">
            <a:avLst/>
          </a:prstGeom>
        </p:spPr>
      </p:pic>
    </p:spTree>
    <p:custDataLst>
      <p:tags r:id="rId1"/>
    </p:custDataLst>
    <p:extLst>
      <p:ext uri="{BB962C8B-B14F-4D97-AF65-F5344CB8AC3E}">
        <p14:creationId xmlns:p14="http://schemas.microsoft.com/office/powerpoint/2010/main" val="2516280086"/>
      </p:ext>
    </p:extLst>
  </p:cSld>
  <p:clrMapOvr>
    <a:masterClrMapping/>
  </p:clrMapOvr>
  <mc:AlternateContent xmlns:mc="http://schemas.openxmlformats.org/markup-compatibility/2006">
    <mc:Choice xmlns:p14="http://schemas.microsoft.com/office/powerpoint/2010/main" Requires="p14">
      <p:transition spd="slow" p14:dur="2000" advTm="71138"/>
    </mc:Choice>
    <mc:Fallback>
      <p:transition spd="slow" advTm="7113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5" fill="hold" display="0">
                  <p:stCondLst>
                    <p:cond delay="indefinite"/>
                  </p:stCondLst>
                  <p:endCondLst>
                    <p:cond evt="onStopAudio" delay="0">
                      <p:tgtEl>
                        <p:sldTgt/>
                      </p:tgtEl>
                    </p:cond>
                  </p:endCondLst>
                </p:cTn>
                <p:tgtEl>
                  <p:spTgt spid="12"/>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099B5-39C4-708C-96BF-7C5D645246A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A3BC58-B59B-422B-6BF5-0A334D256AEA}"/>
              </a:ext>
            </a:extLst>
          </p:cNvPr>
          <p:cNvSpPr>
            <a:spLocks noGrp="1"/>
          </p:cNvSpPr>
          <p:nvPr>
            <p:ph idx="1"/>
          </p:nvPr>
        </p:nvSpPr>
        <p:spPr>
          <a:xfrm>
            <a:off x="185061" y="175098"/>
            <a:ext cx="11882532" cy="7120647"/>
          </a:xfrm>
        </p:spPr>
        <p:txBody>
          <a:bodyPr>
            <a:normAutofit/>
          </a:bodyPr>
          <a:lstStyle/>
          <a:p>
            <a:pPr marL="0" indent="0">
              <a:lnSpc>
                <a:spcPct val="100000"/>
              </a:lnSpc>
              <a:spcBef>
                <a:spcPts val="1200"/>
              </a:spcBef>
              <a:spcAft>
                <a:spcPts val="600"/>
              </a:spcAft>
              <a:buNone/>
            </a:pPr>
            <a:r>
              <a:rPr lang="en-US" b="1">
                <a:latin typeface="Segoe UI" panose="020B0502040204020203" pitchFamily="34" charset="0"/>
                <a:cs typeface="Segoe UI" panose="020B0502040204020203" pitchFamily="34" charset="0"/>
              </a:rPr>
              <a:t>3. </a:t>
            </a:r>
            <a:r>
              <a:rPr lang="zh-CN" altLang="en-US" b="1">
                <a:latin typeface="Segoe UI" panose="020B0502040204020203" pitchFamily="34" charset="0"/>
                <a:cs typeface="Segoe UI" panose="020B0502040204020203" pitchFamily="34" charset="0"/>
              </a:rPr>
              <a:t>什么是文化价值观</a:t>
            </a:r>
            <a:r>
              <a:rPr lang="en-US" b="1">
                <a:latin typeface="Segoe UI" panose="020B0502040204020203" pitchFamily="34" charset="0"/>
                <a:cs typeface="Segoe UI" panose="020B0502040204020203" pitchFamily="34" charset="0"/>
              </a:rPr>
              <a:t>?</a:t>
            </a:r>
          </a:p>
          <a:p>
            <a:pPr lvl="1">
              <a:lnSpc>
                <a:spcPct val="100000"/>
              </a:lnSpc>
              <a:spcBef>
                <a:spcPts val="1200"/>
              </a:spcBef>
              <a:spcAft>
                <a:spcPts val="600"/>
              </a:spcAft>
            </a:pPr>
            <a:r>
              <a:rPr lang="zh-CN" altLang="en-US"/>
              <a:t>具体的价值观与文化背景密切相关。例如，在中国文化背景下人们所追求的价值观与美国文化背景下所追求的价值观就有所不同。</a:t>
            </a:r>
            <a:endParaRPr lang="en-US"/>
          </a:p>
          <a:p>
            <a:pPr lvl="1">
              <a:lnSpc>
                <a:spcPct val="100000"/>
              </a:lnSpc>
              <a:spcBef>
                <a:spcPts val="1200"/>
              </a:spcBef>
              <a:spcAft>
                <a:spcPts val="600"/>
              </a:spcAft>
            </a:pPr>
            <a:r>
              <a:rPr lang="zh-CN" altLang="en-US" b="1"/>
              <a:t>文化价值观</a:t>
            </a:r>
            <a:r>
              <a:rPr lang="zh-CN" altLang="en-US"/>
              <a:t>是指在特定社会或文化背景下，被大多数人长期共享和普遍认可的价值观。塑造了该文化下人们对是非对错的判断、行为方式，以及什么被视为恰当。</a:t>
            </a:r>
            <a:endParaRPr lang="en-US"/>
          </a:p>
          <a:p>
            <a:pPr>
              <a:lnSpc>
                <a:spcPct val="100000"/>
              </a:lnSpc>
              <a:spcBef>
                <a:spcPts val="1200"/>
              </a:spcBef>
              <a:spcAft>
                <a:spcPts val="600"/>
              </a:spcAft>
            </a:pPr>
            <a:r>
              <a:rPr lang="zh-CN" altLang="en-US" b="1">
                <a:latin typeface="Segoe UI" panose="020B0502040204020203" pitchFamily="34" charset="0"/>
                <a:cs typeface="Segoe UI" panose="020B0502040204020203" pitchFamily="34" charset="0"/>
              </a:rPr>
              <a:t>举例说明</a:t>
            </a:r>
            <a:endParaRPr lang="en-US">
              <a:latin typeface="Segoe UI" panose="020B0502040204020203" pitchFamily="34" charset="0"/>
              <a:cs typeface="Segoe UI" panose="020B0502040204020203" pitchFamily="34" charset="0"/>
            </a:endParaRPr>
          </a:p>
          <a:p>
            <a:pPr marL="0" indent="0">
              <a:lnSpc>
                <a:spcPct val="100000"/>
              </a:lnSpc>
              <a:spcBef>
                <a:spcPts val="600"/>
              </a:spcBef>
              <a:spcAft>
                <a:spcPts val="600"/>
              </a:spcAft>
              <a:buNone/>
            </a:pPr>
            <a:r>
              <a:rPr lang="zh-CN" altLang="en-US" sz="2400" b="1"/>
              <a:t>问</a:t>
            </a:r>
            <a:r>
              <a:rPr lang="en-US" sz="2400" b="1"/>
              <a:t>: </a:t>
            </a:r>
            <a:r>
              <a:rPr lang="zh-CN" altLang="en-US" sz="2400"/>
              <a:t>个人是否应该为了团队目标牺牲个人观点和利益</a:t>
            </a:r>
            <a:r>
              <a:rPr lang="en-US" sz="2400"/>
              <a:t>?</a:t>
            </a:r>
          </a:p>
          <a:p>
            <a:pPr marL="0" indent="0">
              <a:lnSpc>
                <a:spcPct val="100000"/>
              </a:lnSpc>
              <a:spcBef>
                <a:spcPts val="600"/>
              </a:spcBef>
              <a:spcAft>
                <a:spcPts val="600"/>
              </a:spcAft>
              <a:buNone/>
            </a:pPr>
            <a:r>
              <a:rPr lang="zh-CN" altLang="en-US" sz="2400" b="1"/>
              <a:t>答</a:t>
            </a:r>
            <a:r>
              <a:rPr lang="en-US" altLang="zh-CN" sz="2400" b="1"/>
              <a:t>: </a:t>
            </a:r>
            <a:r>
              <a:rPr lang="zh-CN" altLang="en-US" sz="2400"/>
              <a:t>在某些文化中，</a:t>
            </a:r>
            <a:r>
              <a:rPr lang="en-US" sz="2400"/>
              <a:t>“</a:t>
            </a:r>
            <a:r>
              <a:rPr lang="zh-CN" altLang="en-US" sz="2400"/>
              <a:t>集体利益</a:t>
            </a:r>
            <a:r>
              <a:rPr lang="en-US" sz="2400"/>
              <a:t>”</a:t>
            </a:r>
            <a:r>
              <a:rPr lang="zh-CN" altLang="en-US" sz="2400"/>
              <a:t>更重要；而在另一些文化中，</a:t>
            </a:r>
            <a:r>
              <a:rPr lang="en-US" sz="2400"/>
              <a:t>“</a:t>
            </a:r>
            <a:r>
              <a:rPr lang="zh-CN" altLang="en-US" sz="2400"/>
              <a:t>个人选择</a:t>
            </a:r>
            <a:r>
              <a:rPr lang="en-US" sz="2400"/>
              <a:t>”</a:t>
            </a:r>
            <a:r>
              <a:rPr lang="zh-CN" altLang="en-US" sz="2400"/>
              <a:t>更重要。</a:t>
            </a:r>
            <a:endParaRPr lang="en-US" sz="2400"/>
          </a:p>
          <a:p>
            <a:pPr>
              <a:spcBef>
                <a:spcPts val="2400"/>
              </a:spcBef>
              <a:spcAft>
                <a:spcPts val="600"/>
              </a:spcAft>
            </a:pPr>
            <a:r>
              <a:rPr lang="zh-CN" altLang="en-US" sz="2400" b="1"/>
              <a:t>注意：</a:t>
            </a:r>
            <a:r>
              <a:rPr lang="zh-CN" altLang="en-US" sz="2400"/>
              <a:t>不要依赖于简单化、刻板化的文化价值观理解（例如</a:t>
            </a:r>
            <a:r>
              <a:rPr lang="en-US" sz="2400"/>
              <a:t>“</a:t>
            </a:r>
            <a:r>
              <a:rPr lang="zh-CN" altLang="en-US" sz="2400"/>
              <a:t>所有美国人都很个人主义</a:t>
            </a:r>
            <a:r>
              <a:rPr lang="en-US" sz="2400"/>
              <a:t>”“</a:t>
            </a:r>
            <a:r>
              <a:rPr lang="zh-CN" altLang="en-US" sz="2400"/>
              <a:t>所有日本人都很内向</a:t>
            </a:r>
            <a:r>
              <a:rPr lang="en-US" sz="2400"/>
              <a:t>”</a:t>
            </a:r>
            <a:r>
              <a:rPr lang="zh-CN" altLang="en-US" sz="2400"/>
              <a:t>）。</a:t>
            </a:r>
            <a:endParaRPr lang="en-US" altLang="zh-CN" sz="2400"/>
          </a:p>
          <a:p>
            <a:pPr>
              <a:spcBef>
                <a:spcPts val="2400"/>
              </a:spcBef>
              <a:spcAft>
                <a:spcPts val="600"/>
              </a:spcAft>
            </a:pPr>
            <a:r>
              <a:rPr lang="zh-CN" altLang="en-US" sz="2400" b="1"/>
              <a:t>注意</a:t>
            </a:r>
            <a:r>
              <a:rPr lang="en-US" sz="2400"/>
              <a:t> --</a:t>
            </a:r>
            <a:r>
              <a:rPr lang="zh-CN" altLang="en-US" sz="2400"/>
              <a:t>文化价值观是多样的，并且会随着时间发生变化。你应当思考在当下现实生活中，哪些价值观是普遍被接受的</a:t>
            </a:r>
            <a:r>
              <a:rPr lang="en-US" sz="2400"/>
              <a:t>.</a:t>
            </a:r>
            <a:endParaRPr lang="en-US" sz="2400">
              <a:latin typeface="Segoe UI" panose="020B0502040204020203" pitchFamily="34" charset="0"/>
              <a:cs typeface="Segoe UI" panose="020B0502040204020203" pitchFamily="34" charset="0"/>
            </a:endParaRPr>
          </a:p>
        </p:txBody>
      </p:sp>
      <p:pic>
        <p:nvPicPr>
          <p:cNvPr id="19" name="Audio 18">
            <a:extLst>
              <a:ext uri="{FF2B5EF4-FFF2-40B4-BE49-F238E27FC236}">
                <a16:creationId xmlns:a16="http://schemas.microsoft.com/office/drawing/2014/main" id="{C11EF002-3098-7526-6DED-CCEAF67BEFF6}"/>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569700" y="6235700"/>
            <a:ext cx="406400" cy="406400"/>
          </a:xfrm>
          <a:prstGeom prst="rect">
            <a:avLst/>
          </a:prstGeom>
        </p:spPr>
      </p:pic>
    </p:spTree>
    <p:custDataLst>
      <p:tags r:id="rId1"/>
    </p:custDataLst>
    <p:extLst>
      <p:ext uri="{BB962C8B-B14F-4D97-AF65-F5344CB8AC3E}">
        <p14:creationId xmlns:p14="http://schemas.microsoft.com/office/powerpoint/2010/main" val="701045525"/>
      </p:ext>
    </p:extLst>
  </p:cSld>
  <p:clrMapOvr>
    <a:masterClrMapping/>
  </p:clrMapOvr>
  <mc:AlternateContent xmlns:mc="http://schemas.openxmlformats.org/markup-compatibility/2006">
    <mc:Choice xmlns:p14="http://schemas.microsoft.com/office/powerpoint/2010/main" Requires="p14">
      <p:transition spd="slow" p14:dur="2000" advTm="65724"/>
    </mc:Choice>
    <mc:Fallback>
      <p:transition spd="slow" advTm="657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7" fill="hold" display="0">
                  <p:stCondLst>
                    <p:cond delay="indefinite"/>
                  </p:stCondLst>
                  <p:endCondLst>
                    <p:cond evt="onStopAudio" delay="0">
                      <p:tgtEl>
                        <p:sldTgt/>
                      </p:tgtEl>
                    </p:cond>
                  </p:endCondLst>
                </p:cTn>
                <p:tgtEl>
                  <p:spTgt spid="19"/>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B8CA3-0C60-5D6F-E240-4BA9E1F16DE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50A418-6848-4229-2B90-AC201AC19EBB}"/>
              </a:ext>
            </a:extLst>
          </p:cNvPr>
          <p:cNvSpPr>
            <a:spLocks noGrp="1"/>
          </p:cNvSpPr>
          <p:nvPr>
            <p:ph idx="1"/>
          </p:nvPr>
        </p:nvSpPr>
        <p:spPr>
          <a:xfrm>
            <a:off x="185061" y="262648"/>
            <a:ext cx="11882532" cy="6520048"/>
          </a:xfrm>
        </p:spPr>
        <p:txBody>
          <a:bodyPr>
            <a:normAutofit/>
          </a:bodyPr>
          <a:lstStyle/>
          <a:p>
            <a:pPr marL="0" indent="0">
              <a:lnSpc>
                <a:spcPct val="100000"/>
              </a:lnSpc>
              <a:spcBef>
                <a:spcPts val="1200"/>
              </a:spcBef>
              <a:spcAft>
                <a:spcPts val="1800"/>
              </a:spcAft>
              <a:buNone/>
            </a:pPr>
            <a:r>
              <a:rPr lang="en-US" b="1">
                <a:latin typeface="Segoe UI" panose="020B0502040204020203" pitchFamily="34" charset="0"/>
                <a:cs typeface="Segoe UI" panose="020B0502040204020203" pitchFamily="34" charset="0"/>
              </a:rPr>
              <a:t>4. </a:t>
            </a:r>
            <a:r>
              <a:rPr lang="zh-CN" altLang="en-US" b="1">
                <a:latin typeface="Segoe UI" panose="020B0502040204020203" pitchFamily="34" charset="0"/>
                <a:cs typeface="Segoe UI" panose="020B0502040204020203" pitchFamily="34" charset="0"/>
              </a:rPr>
              <a:t>标注中的</a:t>
            </a:r>
            <a:r>
              <a:rPr lang="zh-CN" altLang="en-US" b="1"/>
              <a:t>个人视角</a:t>
            </a:r>
            <a:r>
              <a:rPr lang="en-US" b="1"/>
              <a:t> vs </a:t>
            </a:r>
            <a:r>
              <a:rPr lang="zh-CN" altLang="en-US" b="1"/>
              <a:t>文化视角</a:t>
            </a:r>
            <a:endParaRPr lang="en-US">
              <a:latin typeface="Segoe UI" panose="020B0502040204020203" pitchFamily="34" charset="0"/>
              <a:cs typeface="Segoe UI" panose="020B0502040204020203" pitchFamily="34" charset="0"/>
            </a:endParaRPr>
          </a:p>
          <a:p>
            <a:r>
              <a:rPr lang="zh-CN" altLang="en-US" b="1"/>
              <a:t>个人视角</a:t>
            </a:r>
            <a:endParaRPr lang="en-US" altLang="zh-CN" b="1"/>
          </a:p>
          <a:p>
            <a:pPr lvl="1"/>
            <a:r>
              <a:rPr lang="zh-CN" altLang="en-US"/>
              <a:t>回答问题或标注文本回答时，应反映你自己的价值观</a:t>
            </a:r>
            <a:endParaRPr lang="en-US" b="1"/>
          </a:p>
          <a:p>
            <a:pPr lvl="1"/>
            <a:r>
              <a:rPr lang="en-US" b="1"/>
              <a:t>“</a:t>
            </a:r>
            <a:r>
              <a:rPr lang="zh-CN" altLang="en-US" b="1"/>
              <a:t>你自己认为什么是正确或恰当的？</a:t>
            </a:r>
            <a:r>
              <a:rPr lang="en-US" b="1"/>
              <a:t>”</a:t>
            </a:r>
          </a:p>
          <a:p>
            <a:pPr marL="457200" lvl="1" indent="0">
              <a:buNone/>
            </a:pPr>
            <a:endParaRPr lang="en-US" b="1"/>
          </a:p>
          <a:p>
            <a:r>
              <a:rPr lang="zh-CN" altLang="en-US" b="1"/>
              <a:t>文化视角</a:t>
            </a:r>
            <a:endParaRPr lang="en-US" b="1"/>
          </a:p>
          <a:p>
            <a:pPr lvl="1">
              <a:spcBef>
                <a:spcPts val="1200"/>
              </a:spcBef>
              <a:spcAft>
                <a:spcPts val="600"/>
              </a:spcAft>
            </a:pPr>
            <a:r>
              <a:rPr lang="zh-CN" altLang="en-US"/>
              <a:t>回答问题或标注文本回答时，应反映在你的文化中被大多数人广泛认同、接受或认可的价值观，即使你个人并不认同。</a:t>
            </a:r>
            <a:r>
              <a:rPr lang="en-US"/>
              <a:t> </a:t>
            </a:r>
          </a:p>
          <a:p>
            <a:pPr lvl="1">
              <a:spcBef>
                <a:spcPts val="1200"/>
              </a:spcBef>
              <a:spcAft>
                <a:spcPts val="600"/>
              </a:spcAft>
            </a:pPr>
            <a:r>
              <a:rPr lang="en-US" b="1"/>
              <a:t>“</a:t>
            </a:r>
            <a:r>
              <a:rPr lang="zh-CN" altLang="en-US" b="1"/>
              <a:t>在你的文化中，大多数人认为什么是正确或恰当的？”</a:t>
            </a:r>
            <a:endParaRPr lang="en-US"/>
          </a:p>
          <a:p>
            <a:endParaRPr lang="en-US" b="1"/>
          </a:p>
          <a:p>
            <a:r>
              <a:rPr lang="zh-CN" altLang="en-US" b="1"/>
              <a:t>不要混淆这两种视角。你必须将它们分开标注</a:t>
            </a:r>
            <a:r>
              <a:rPr lang="en-US" b="1"/>
              <a:t>.</a:t>
            </a:r>
            <a:endParaRPr lang="en-US"/>
          </a:p>
        </p:txBody>
      </p:sp>
      <p:pic>
        <p:nvPicPr>
          <p:cNvPr id="9" name="Audio 8">
            <a:extLst>
              <a:ext uri="{FF2B5EF4-FFF2-40B4-BE49-F238E27FC236}">
                <a16:creationId xmlns:a16="http://schemas.microsoft.com/office/drawing/2014/main" id="{92ACF976-909B-E84B-F232-C9BB1075BA66}"/>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569700" y="6235700"/>
            <a:ext cx="406400" cy="406400"/>
          </a:xfrm>
          <a:prstGeom prst="rect">
            <a:avLst/>
          </a:prstGeom>
        </p:spPr>
      </p:pic>
    </p:spTree>
    <p:custDataLst>
      <p:tags r:id="rId1"/>
    </p:custDataLst>
    <p:extLst>
      <p:ext uri="{BB962C8B-B14F-4D97-AF65-F5344CB8AC3E}">
        <p14:creationId xmlns:p14="http://schemas.microsoft.com/office/powerpoint/2010/main" val="3012707327"/>
      </p:ext>
    </p:extLst>
  </p:cSld>
  <p:clrMapOvr>
    <a:masterClrMapping/>
  </p:clrMapOvr>
  <mc:AlternateContent xmlns:mc="http://schemas.openxmlformats.org/markup-compatibility/2006">
    <mc:Choice xmlns:p14="http://schemas.microsoft.com/office/powerpoint/2010/main" Requires="p14">
      <p:transition spd="slow" p14:dur="2000" advTm="32744"/>
    </mc:Choice>
    <mc:Fallback>
      <p:transition spd="slow" advTm="3274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3" fill="hold" display="0">
                  <p:stCondLst>
                    <p:cond delay="indefinite"/>
                  </p:stCondLst>
                  <p:endCondLst>
                    <p:cond evt="onStopAudio" delay="0">
                      <p:tgtEl>
                        <p:sldTgt/>
                      </p:tgtEl>
                    </p:cond>
                  </p:endCondLst>
                </p:cTn>
                <p:tgtEl>
                  <p:spTgt spid="9"/>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2C63B-0B36-95A1-1CFE-620475C586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AA2238-0FBC-A276-F37D-4A5280B2696B}"/>
              </a:ext>
            </a:extLst>
          </p:cNvPr>
          <p:cNvSpPr>
            <a:spLocks noGrp="1"/>
          </p:cNvSpPr>
          <p:nvPr>
            <p:ph type="title"/>
          </p:nvPr>
        </p:nvSpPr>
        <p:spPr>
          <a:xfrm>
            <a:off x="533403" y="290482"/>
            <a:ext cx="10515600" cy="5925491"/>
          </a:xfrm>
        </p:spPr>
        <p:txBody>
          <a:bodyPr>
            <a:normAutofit/>
          </a:bodyPr>
          <a:lstStyle/>
          <a:p>
            <a:pPr>
              <a:lnSpc>
                <a:spcPct val="100000"/>
              </a:lnSpc>
              <a:spcBef>
                <a:spcPts val="600"/>
              </a:spcBef>
              <a:spcAft>
                <a:spcPts val="600"/>
              </a:spcAft>
            </a:pPr>
            <a:r>
              <a:rPr lang="zh-CN" altLang="en-US" sz="3200" b="1">
                <a:latin typeface="+mn-ea"/>
                <a:ea typeface="+mn-ea"/>
                <a:cs typeface="Times New Roman" panose="02020603050405020304" pitchFamily="18" charset="0"/>
              </a:rPr>
              <a:t>标注前，确保你了解如下几点</a:t>
            </a:r>
            <a:r>
              <a:rPr lang="en-US" sz="3200" b="1">
                <a:latin typeface="+mn-ea"/>
                <a:ea typeface="+mn-ea"/>
                <a:cs typeface="Times New Roman" panose="02020603050405020304" pitchFamily="18" charset="0"/>
              </a:rPr>
              <a:t>:</a:t>
            </a:r>
            <a:br>
              <a:rPr lang="en-US" sz="3200" b="1">
                <a:latin typeface="+mn-ea"/>
                <a:ea typeface="+mn-ea"/>
                <a:cs typeface="Times New Roman" panose="02020603050405020304" pitchFamily="18" charset="0"/>
              </a:rPr>
            </a:br>
            <a:br>
              <a:rPr lang="en-US" sz="3200" b="1">
                <a:latin typeface="+mn-ea"/>
                <a:ea typeface="+mn-ea"/>
                <a:cs typeface="Times New Roman" panose="02020603050405020304" pitchFamily="18" charset="0"/>
              </a:rPr>
            </a:br>
            <a:r>
              <a:rPr lang="en-US" sz="2800">
                <a:latin typeface="+mn-ea"/>
                <a:ea typeface="+mn-ea"/>
                <a:cs typeface="Times New Roman" panose="02020603050405020304" pitchFamily="18" charset="0"/>
              </a:rPr>
              <a:t>1. </a:t>
            </a:r>
            <a:r>
              <a:rPr lang="zh-CN" altLang="en-US" sz="2800">
                <a:latin typeface="+mn-ea"/>
                <a:ea typeface="+mn-ea"/>
                <a:cs typeface="Times New Roman" panose="02020603050405020304" pitchFamily="18" charset="0"/>
              </a:rPr>
              <a:t>什么是大语言模型 </a:t>
            </a:r>
            <a:r>
              <a:rPr lang="en-US" sz="2800">
                <a:latin typeface="+mn-ea"/>
                <a:ea typeface="+mn-ea"/>
                <a:cs typeface="Times New Roman" panose="02020603050405020304" pitchFamily="18" charset="0"/>
              </a:rPr>
              <a:t>(LLMs)?</a:t>
            </a:r>
            <a:br>
              <a:rPr lang="en-US" sz="2800">
                <a:latin typeface="+mn-ea"/>
                <a:ea typeface="+mn-ea"/>
                <a:cs typeface="Times New Roman" panose="02020603050405020304" pitchFamily="18" charset="0"/>
              </a:rPr>
            </a:br>
            <a:br>
              <a:rPr lang="en-US" sz="2800">
                <a:latin typeface="+mn-ea"/>
                <a:ea typeface="+mn-ea"/>
                <a:cs typeface="Times New Roman" panose="02020603050405020304" pitchFamily="18" charset="0"/>
              </a:rPr>
            </a:br>
            <a:r>
              <a:rPr lang="en-US" sz="2800">
                <a:latin typeface="+mn-ea"/>
                <a:ea typeface="+mn-ea"/>
                <a:cs typeface="Times New Roman" panose="02020603050405020304" pitchFamily="18" charset="0"/>
              </a:rPr>
              <a:t>2. </a:t>
            </a:r>
            <a:r>
              <a:rPr lang="zh-CN" altLang="en-US" sz="2800">
                <a:latin typeface="+mn-ea"/>
                <a:ea typeface="+mn-ea"/>
                <a:cs typeface="Times New Roman" panose="02020603050405020304" pitchFamily="18" charset="0"/>
              </a:rPr>
              <a:t>什么是价值观？如何如何识别一段回答背后的价值观？</a:t>
            </a:r>
            <a:br>
              <a:rPr lang="en-US" sz="2800">
                <a:latin typeface="+mn-ea"/>
                <a:ea typeface="+mn-ea"/>
                <a:cs typeface="Times New Roman" panose="02020603050405020304" pitchFamily="18" charset="0"/>
              </a:rPr>
            </a:br>
            <a:br>
              <a:rPr lang="en-US" sz="2800">
                <a:latin typeface="+mn-ea"/>
                <a:ea typeface="+mn-ea"/>
                <a:cs typeface="Times New Roman" panose="02020603050405020304" pitchFamily="18" charset="0"/>
              </a:rPr>
            </a:br>
            <a:r>
              <a:rPr lang="en-US" sz="2800">
                <a:latin typeface="+mn-ea"/>
                <a:ea typeface="+mn-ea"/>
                <a:cs typeface="Times New Roman" panose="02020603050405020304" pitchFamily="18" charset="0"/>
              </a:rPr>
              <a:t>3. </a:t>
            </a:r>
            <a:r>
              <a:rPr lang="zh-CN" altLang="en-US" sz="2800">
                <a:latin typeface="+mn-ea"/>
                <a:ea typeface="+mn-ea"/>
                <a:cs typeface="Times New Roman" panose="02020603050405020304" pitchFamily="18" charset="0"/>
              </a:rPr>
              <a:t>什么是文化价值观</a:t>
            </a:r>
            <a:r>
              <a:rPr lang="en-US" sz="2800">
                <a:latin typeface="+mn-ea"/>
                <a:ea typeface="+mn-ea"/>
                <a:cs typeface="Times New Roman" panose="02020603050405020304" pitchFamily="18" charset="0"/>
              </a:rPr>
              <a:t>?</a:t>
            </a:r>
            <a:br>
              <a:rPr lang="en-US" sz="2800">
                <a:latin typeface="+mn-ea"/>
                <a:ea typeface="+mn-ea"/>
                <a:cs typeface="Times New Roman" panose="02020603050405020304" pitchFamily="18" charset="0"/>
              </a:rPr>
            </a:br>
            <a:br>
              <a:rPr lang="en-US" sz="2800">
                <a:latin typeface="+mn-ea"/>
                <a:ea typeface="+mn-ea"/>
                <a:cs typeface="Times New Roman" panose="02020603050405020304" pitchFamily="18" charset="0"/>
              </a:rPr>
            </a:br>
            <a:r>
              <a:rPr lang="en-US" sz="2800">
                <a:latin typeface="+mn-ea"/>
                <a:ea typeface="+mn-ea"/>
                <a:cs typeface="Times New Roman" panose="02020603050405020304" pitchFamily="18" charset="0"/>
              </a:rPr>
              <a:t>4. </a:t>
            </a:r>
            <a:r>
              <a:rPr lang="zh-CN" altLang="en-US" sz="2800">
                <a:latin typeface="+mn-ea"/>
                <a:ea typeface="+mn-ea"/>
                <a:cs typeface="Times New Roman" panose="02020603050405020304" pitchFamily="18" charset="0"/>
              </a:rPr>
              <a:t>标注中的个人视角 </a:t>
            </a:r>
            <a:r>
              <a:rPr lang="en-US" altLang="zh-CN" sz="2800">
                <a:latin typeface="+mn-ea"/>
                <a:ea typeface="+mn-ea"/>
                <a:cs typeface="Times New Roman" panose="02020603050405020304" pitchFamily="18" charset="0"/>
              </a:rPr>
              <a:t>vs. </a:t>
            </a:r>
            <a:r>
              <a:rPr lang="zh-CN" altLang="en-US" sz="2800">
                <a:latin typeface="+mn-ea"/>
                <a:ea typeface="+mn-ea"/>
                <a:cs typeface="Times New Roman" panose="02020603050405020304" pitchFamily="18" charset="0"/>
              </a:rPr>
              <a:t>文化视角</a:t>
            </a:r>
            <a:endParaRPr lang="en-US" sz="3200">
              <a:latin typeface="+mn-ea"/>
              <a:ea typeface="+mn-ea"/>
              <a:cs typeface="Times New Roman" panose="02020603050405020304" pitchFamily="18" charset="0"/>
            </a:endParaRPr>
          </a:p>
        </p:txBody>
      </p:sp>
      <p:pic>
        <p:nvPicPr>
          <p:cNvPr id="8" name="Audio 7">
            <a:extLst>
              <a:ext uri="{FF2B5EF4-FFF2-40B4-BE49-F238E27FC236}">
                <a16:creationId xmlns:a16="http://schemas.microsoft.com/office/drawing/2014/main" id="{2850F3E7-4A7B-78F8-2253-AB9F99BB7F4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569700" y="6235700"/>
            <a:ext cx="406400" cy="406400"/>
          </a:xfrm>
          <a:prstGeom prst="rect">
            <a:avLst/>
          </a:prstGeom>
        </p:spPr>
      </p:pic>
    </p:spTree>
    <p:extLst>
      <p:ext uri="{BB962C8B-B14F-4D97-AF65-F5344CB8AC3E}">
        <p14:creationId xmlns:p14="http://schemas.microsoft.com/office/powerpoint/2010/main" val="3719144217"/>
      </p:ext>
    </p:extLst>
  </p:cSld>
  <p:clrMapOvr>
    <a:masterClrMapping/>
  </p:clrMapOvr>
  <mc:AlternateContent xmlns:mc="http://schemas.openxmlformats.org/markup-compatibility/2006">
    <mc:Choice xmlns:p14="http://schemas.microsoft.com/office/powerpoint/2010/main" Requires="p14">
      <p:transition spd="slow" p14:dur="2000" advTm="12192"/>
    </mc:Choice>
    <mc:Fallback>
      <p:transition spd="slow" advTm="121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2.5|17.8"/>
</p:tagLst>
</file>

<file path=ppt/tags/tag2.xml><?xml version="1.0" encoding="utf-8"?>
<p:tagLst xmlns:a="http://schemas.openxmlformats.org/drawingml/2006/main" xmlns:r="http://schemas.openxmlformats.org/officeDocument/2006/relationships" xmlns:p="http://schemas.openxmlformats.org/presentationml/2006/main">
  <p:tag name="TIMING" val="|18.8|2.8|9.8|12.6|3.5"/>
</p:tagLst>
</file>

<file path=ppt/tags/tag3.xml><?xml version="1.0" encoding="utf-8"?>
<p:tagLst xmlns:a="http://schemas.openxmlformats.org/drawingml/2006/main" xmlns:r="http://schemas.openxmlformats.org/officeDocument/2006/relationships" xmlns:p="http://schemas.openxmlformats.org/presentationml/2006/main">
  <p:tag name="TIMING" val="|13.5|16.6|14.6|10"/>
</p:tagLst>
</file>

<file path=ppt/tags/tag4.xml><?xml version="1.0" encoding="utf-8"?>
<p:tagLst xmlns:a="http://schemas.openxmlformats.org/drawingml/2006/main" xmlns:r="http://schemas.openxmlformats.org/officeDocument/2006/relationships" xmlns:p="http://schemas.openxmlformats.org/presentationml/2006/main">
  <p:tag name="TIMING" val="|28.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Slides>
  <Notes>7</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PowerPoint Presentation</vt:lpstr>
      <vt:lpstr>PowerPoint Presentation</vt:lpstr>
      <vt:lpstr>1. 什么是大语言模型 (Large Language Models)?</vt:lpstr>
      <vt:lpstr>PowerPoint Presentation</vt:lpstr>
      <vt:lpstr>PowerPoint Presentation</vt:lpstr>
      <vt:lpstr>PowerPoint Presentation</vt:lpstr>
      <vt:lpstr>标注前，确保你了解如下几点:  1. 什么是大语言模型 (LLMs)?  2. 什么是价值观？如何如何识别一段回答背后的价值观？  3. 什么是文化价值观?  4. 标注中的个人视角 vs. 文化视角</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Jing Yao</dc:creator>
  <cp:revision>1</cp:revision>
  <dcterms:created xsi:type="dcterms:W3CDTF">2026-04-12T16:49:26Z</dcterms:created>
  <dcterms:modified xsi:type="dcterms:W3CDTF">2026-05-21T09:56:33Z</dcterms:modified>
</cp:coreProperties>
</file>