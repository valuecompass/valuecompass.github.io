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6" r:id="rId4"/>
    <p:sldId id="268" r:id="rId5"/>
    <p:sldId id="269" r:id="rId6"/>
    <p:sldId id="270" r:id="rId7"/>
    <p:sldId id="2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ject" id="{929E5BDF-14DB-42A0-AEB5-974016DC55E7}">
          <p14:sldIdLst>
            <p14:sldId id="256"/>
          </p14:sldIdLst>
        </p14:section>
        <p14:section name="Background Knowledge" id="{DB543E3A-4165-4981-91BC-2D9B18C887AB}">
          <p14:sldIdLst>
            <p14:sldId id="257"/>
            <p14:sldId id="266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8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096957-0D69-49A4-8A92-ECA8ADBB8778}" v="2" dt="2026-04-22T00:12:52.1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00" autoAdjust="0"/>
    <p:restoredTop sz="91454" autoAdjust="0"/>
  </p:normalViewPr>
  <p:slideViewPr>
    <p:cSldViewPr snapToGrid="0">
      <p:cViewPr varScale="1">
        <p:scale>
          <a:sx n="100" d="100"/>
          <a:sy n="100" d="100"/>
        </p:scale>
        <p:origin x="580" y="6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g Yao" userId="091c40ea-68b6-499e-bae2-99a7feffaccc" providerId="ADAL" clId="{9849F2B6-243E-4743-8232-BD9BFC396A3E}"/>
    <pc:docChg chg="undo redo custSel addSld delSld modSld addSection delSection modSection">
      <pc:chgData name="Jing Yao" userId="091c40ea-68b6-499e-bae2-99a7feffaccc" providerId="ADAL" clId="{9849F2B6-243E-4743-8232-BD9BFC396A3E}" dt="2026-04-22T00:12:52.169" v="7069"/>
      <pc:docMkLst>
        <pc:docMk/>
      </pc:docMkLst>
      <pc:sldChg chg="addSp delSp modSp mod modTransition modAnim modNotesTx">
        <pc:chgData name="Jing Yao" userId="091c40ea-68b6-499e-bae2-99a7feffaccc" providerId="ADAL" clId="{9849F2B6-243E-4743-8232-BD9BFC396A3E}" dt="2026-04-22T00:12:52.169" v="7069"/>
        <pc:sldMkLst>
          <pc:docMk/>
          <pc:sldMk cId="2002474622" sldId="256"/>
        </pc:sldMkLst>
        <pc:spChg chg="add mod">
          <ac:chgData name="Jing Yao" userId="091c40ea-68b6-499e-bae2-99a7feffaccc" providerId="ADAL" clId="{9849F2B6-243E-4743-8232-BD9BFC396A3E}" dt="2026-04-12T16:51:13.444" v="0"/>
          <ac:spMkLst>
            <pc:docMk/>
            <pc:sldMk cId="2002474622" sldId="256"/>
            <ac:spMk id="4" creationId="{D7E7AB70-A343-74D6-8295-751572BECA54}"/>
          </ac:spMkLst>
        </pc:spChg>
        <pc:picChg chg="add del mod">
          <ac:chgData name="Jing Yao" userId="091c40ea-68b6-499e-bae2-99a7feffaccc" providerId="ADAL" clId="{9849F2B6-243E-4743-8232-BD9BFC396A3E}" dt="2026-04-22T00:08:49.486" v="7068"/>
          <ac:picMkLst>
            <pc:docMk/>
            <pc:sldMk cId="2002474622" sldId="256"/>
            <ac:picMk id="6" creationId="{036C499B-3605-733A-2505-DAC274C1BFD0}"/>
          </ac:picMkLst>
        </pc:picChg>
        <pc:picChg chg="mod">
          <ac:chgData name="Jing Yao" userId="091c40ea-68b6-499e-bae2-99a7feffaccc" providerId="ADAL" clId="{9849F2B6-243E-4743-8232-BD9BFC396A3E}" dt="2026-04-12T16:51:13.444" v="0"/>
          <ac:picMkLst>
            <pc:docMk/>
            <pc:sldMk cId="2002474622" sldId="256"/>
            <ac:picMk id="9" creationId="{08B91D97-C93D-7777-C1AF-309ACFC55195}"/>
          </ac:picMkLst>
        </pc:picChg>
        <pc:picChg chg="add mod">
          <ac:chgData name="Jing Yao" userId="091c40ea-68b6-499e-bae2-99a7feffaccc" providerId="ADAL" clId="{9849F2B6-243E-4743-8232-BD9BFC396A3E}" dt="2026-04-22T00:12:52.169" v="7069"/>
          <ac:picMkLst>
            <pc:docMk/>
            <pc:sldMk cId="2002474622" sldId="256"/>
            <ac:picMk id="10" creationId="{BBFF07D0-87BB-3587-602D-0FFD817CCCD5}"/>
          </ac:picMkLst>
        </pc:picChg>
        <pc:cxnChg chg="mod">
          <ac:chgData name="Jing Yao" userId="091c40ea-68b6-499e-bae2-99a7feffaccc" providerId="ADAL" clId="{9849F2B6-243E-4743-8232-BD9BFC396A3E}" dt="2026-04-12T16:51:13.444" v="0"/>
          <ac:cxnSpMkLst>
            <pc:docMk/>
            <pc:sldMk cId="2002474622" sldId="256"/>
            <ac:cxnSpMk id="7" creationId="{1CFE8E73-810E-7A73-1B0C-101BF5547570}"/>
          </ac:cxnSpMkLst>
        </pc:cxnChg>
      </pc:sldChg>
      <pc:sldChg chg="addSp delSp modSp add mod modTransition delAnim modAnim modNotesTx">
        <pc:chgData name="Jing Yao" userId="091c40ea-68b6-499e-bae2-99a7feffaccc" providerId="ADAL" clId="{9849F2B6-243E-4743-8232-BD9BFC396A3E}" dt="2026-04-22T00:12:52.169" v="7069"/>
        <pc:sldMkLst>
          <pc:docMk/>
          <pc:sldMk cId="2864023916" sldId="257"/>
        </pc:sldMkLst>
        <pc:spChg chg="mod">
          <ac:chgData name="Jing Yao" userId="091c40ea-68b6-499e-bae2-99a7feffaccc" providerId="ADAL" clId="{9849F2B6-243E-4743-8232-BD9BFC396A3E}" dt="2026-04-19T12:24:09.083" v="434" actId="1036"/>
          <ac:spMkLst>
            <pc:docMk/>
            <pc:sldMk cId="2864023916" sldId="257"/>
            <ac:spMk id="2" creationId="{4B5C0CC2-F2A6-A70D-5C1E-0AFBCB1BE2A1}"/>
          </ac:spMkLst>
        </pc:spChg>
        <pc:picChg chg="add del mod">
          <ac:chgData name="Jing Yao" userId="091c40ea-68b6-499e-bae2-99a7feffaccc" providerId="ADAL" clId="{9849F2B6-243E-4743-8232-BD9BFC396A3E}" dt="2026-04-22T00:08:49.486" v="7068"/>
          <ac:picMkLst>
            <pc:docMk/>
            <pc:sldMk cId="2864023916" sldId="257"/>
            <ac:picMk id="5" creationId="{8DCF0A27-35DA-C6F9-1429-5E07D563F68D}"/>
          </ac:picMkLst>
        </pc:picChg>
        <pc:picChg chg="add mod">
          <ac:chgData name="Jing Yao" userId="091c40ea-68b6-499e-bae2-99a7feffaccc" providerId="ADAL" clId="{9849F2B6-243E-4743-8232-BD9BFC396A3E}" dt="2026-04-22T00:12:52.169" v="7069"/>
          <ac:picMkLst>
            <pc:docMk/>
            <pc:sldMk cId="2864023916" sldId="257"/>
            <ac:picMk id="6" creationId="{BA52B612-C472-A6EF-FA61-DB51C686BF46}"/>
          </ac:picMkLst>
        </pc:picChg>
      </pc:sldChg>
      <pc:sldChg chg="addSp delSp modSp mod modTransition addAnim delAnim modAnim modNotesTx">
        <pc:chgData name="Jing Yao" userId="091c40ea-68b6-499e-bae2-99a7feffaccc" providerId="ADAL" clId="{9849F2B6-243E-4743-8232-BD9BFC396A3E}" dt="2026-04-22T00:12:52.169" v="7069"/>
        <pc:sldMkLst>
          <pc:docMk/>
          <pc:sldMk cId="705044513" sldId="266"/>
        </pc:sldMkLst>
        <pc:spChg chg="mod">
          <ac:chgData name="Jing Yao" userId="091c40ea-68b6-499e-bae2-99a7feffaccc" providerId="ADAL" clId="{9849F2B6-243E-4743-8232-BD9BFC396A3E}" dt="2026-04-19T12:27:31.907" v="578" actId="1037"/>
          <ac:spMkLst>
            <pc:docMk/>
            <pc:sldMk cId="705044513" sldId="266"/>
            <ac:spMk id="2" creationId="{2B0A9B53-E989-19B5-C4F6-7AB033865E30}"/>
          </ac:spMkLst>
        </pc:spChg>
        <pc:spChg chg="mod">
          <ac:chgData name="Jing Yao" userId="091c40ea-68b6-499e-bae2-99a7feffaccc" providerId="ADAL" clId="{9849F2B6-243E-4743-8232-BD9BFC396A3E}" dt="2026-04-19T16:59:45.867" v="618" actId="14100"/>
          <ac:spMkLst>
            <pc:docMk/>
            <pc:sldMk cId="705044513" sldId="266"/>
            <ac:spMk id="3" creationId="{49BF38DB-0A9A-389D-FF35-1C5332A12669}"/>
          </ac:spMkLst>
        </pc:spChg>
        <pc:picChg chg="add del mod">
          <ac:chgData name="Jing Yao" userId="091c40ea-68b6-499e-bae2-99a7feffaccc" providerId="ADAL" clId="{9849F2B6-243E-4743-8232-BD9BFC396A3E}" dt="2026-04-22T00:08:49.486" v="7068"/>
          <ac:picMkLst>
            <pc:docMk/>
            <pc:sldMk cId="705044513" sldId="266"/>
            <ac:picMk id="5" creationId="{8DD33548-D442-82A2-BE30-CA335D26EC9F}"/>
          </ac:picMkLst>
        </pc:picChg>
        <pc:picChg chg="add mod">
          <ac:chgData name="Jing Yao" userId="091c40ea-68b6-499e-bae2-99a7feffaccc" providerId="ADAL" clId="{9849F2B6-243E-4743-8232-BD9BFC396A3E}" dt="2026-04-22T00:12:52.169" v="7069"/>
          <ac:picMkLst>
            <pc:docMk/>
            <pc:sldMk cId="705044513" sldId="266"/>
            <ac:picMk id="6" creationId="{63FFEAD6-0C58-4444-8D11-28A9523A59FE}"/>
          </ac:picMkLst>
        </pc:picChg>
      </pc:sldChg>
      <pc:sldChg chg="addSp delSp modSp mod modTransition modAnim modNotesTx">
        <pc:chgData name="Jing Yao" userId="091c40ea-68b6-499e-bae2-99a7feffaccc" providerId="ADAL" clId="{9849F2B6-243E-4743-8232-BD9BFC396A3E}" dt="2026-04-22T00:12:52.169" v="7069"/>
        <pc:sldMkLst>
          <pc:docMk/>
          <pc:sldMk cId="2516280086" sldId="268"/>
        </pc:sldMkLst>
        <pc:spChg chg="add del mod">
          <ac:chgData name="Jing Yao" userId="091c40ea-68b6-499e-bae2-99a7feffaccc" providerId="ADAL" clId="{9849F2B6-243E-4743-8232-BD9BFC396A3E}" dt="2026-04-19T17:04:24.630" v="729" actId="14100"/>
          <ac:spMkLst>
            <pc:docMk/>
            <pc:sldMk cId="2516280086" sldId="268"/>
            <ac:spMk id="3" creationId="{4F17329D-42EC-E5EA-D1B0-4700872C11C1}"/>
          </ac:spMkLst>
        </pc:spChg>
        <pc:picChg chg="add del mod">
          <ac:chgData name="Jing Yao" userId="091c40ea-68b6-499e-bae2-99a7feffaccc" providerId="ADAL" clId="{9849F2B6-243E-4743-8232-BD9BFC396A3E}" dt="2026-04-22T00:08:49.486" v="7068"/>
          <ac:picMkLst>
            <pc:docMk/>
            <pc:sldMk cId="2516280086" sldId="268"/>
            <ac:picMk id="4" creationId="{651838DD-3D0B-933A-8B36-65F614A91524}"/>
          </ac:picMkLst>
        </pc:picChg>
        <pc:picChg chg="add mod">
          <ac:chgData name="Jing Yao" userId="091c40ea-68b6-499e-bae2-99a7feffaccc" providerId="ADAL" clId="{9849F2B6-243E-4743-8232-BD9BFC396A3E}" dt="2026-04-22T00:12:52.169" v="7069"/>
          <ac:picMkLst>
            <pc:docMk/>
            <pc:sldMk cId="2516280086" sldId="268"/>
            <ac:picMk id="5" creationId="{89F0F2BF-032B-DD1B-F2DA-CED921ACA51C}"/>
          </ac:picMkLst>
        </pc:picChg>
      </pc:sldChg>
      <pc:sldChg chg="addSp delSp modSp mod modTransition modAnim modNotesTx">
        <pc:chgData name="Jing Yao" userId="091c40ea-68b6-499e-bae2-99a7feffaccc" providerId="ADAL" clId="{9849F2B6-243E-4743-8232-BD9BFC396A3E}" dt="2026-04-22T00:12:52.169" v="7069"/>
        <pc:sldMkLst>
          <pc:docMk/>
          <pc:sldMk cId="701045525" sldId="269"/>
        </pc:sldMkLst>
        <pc:spChg chg="mod">
          <ac:chgData name="Jing Yao" userId="091c40ea-68b6-499e-bae2-99a7feffaccc" providerId="ADAL" clId="{9849F2B6-243E-4743-8232-BD9BFC396A3E}" dt="2026-04-19T17:14:05.269" v="946" actId="14100"/>
          <ac:spMkLst>
            <pc:docMk/>
            <pc:sldMk cId="701045525" sldId="269"/>
            <ac:spMk id="3" creationId="{47A3BC58-B59B-422B-6BF5-0A334D256AEA}"/>
          </ac:spMkLst>
        </pc:spChg>
        <pc:picChg chg="add del mod">
          <ac:chgData name="Jing Yao" userId="091c40ea-68b6-499e-bae2-99a7feffaccc" providerId="ADAL" clId="{9849F2B6-243E-4743-8232-BD9BFC396A3E}" dt="2026-04-22T00:08:49.486" v="7068"/>
          <ac:picMkLst>
            <pc:docMk/>
            <pc:sldMk cId="701045525" sldId="269"/>
            <ac:picMk id="4" creationId="{9C21B45D-B0B6-3F3E-51BB-24CD1ED13EE7}"/>
          </ac:picMkLst>
        </pc:picChg>
        <pc:picChg chg="add mod">
          <ac:chgData name="Jing Yao" userId="091c40ea-68b6-499e-bae2-99a7feffaccc" providerId="ADAL" clId="{9849F2B6-243E-4743-8232-BD9BFC396A3E}" dt="2026-04-22T00:12:52.169" v="7069"/>
          <ac:picMkLst>
            <pc:docMk/>
            <pc:sldMk cId="701045525" sldId="269"/>
            <ac:picMk id="5" creationId="{07B2C04B-22E5-89BB-8746-0A9E394FF634}"/>
          </ac:picMkLst>
        </pc:picChg>
      </pc:sldChg>
      <pc:sldChg chg="addSp delSp modSp mod modTransition modAnim modNotesTx">
        <pc:chgData name="Jing Yao" userId="091c40ea-68b6-499e-bae2-99a7feffaccc" providerId="ADAL" clId="{9849F2B6-243E-4743-8232-BD9BFC396A3E}" dt="2026-04-22T00:12:52.169" v="7069"/>
        <pc:sldMkLst>
          <pc:docMk/>
          <pc:sldMk cId="3012707327" sldId="270"/>
        </pc:sldMkLst>
        <pc:spChg chg="mod">
          <ac:chgData name="Jing Yao" userId="091c40ea-68b6-499e-bae2-99a7feffaccc" providerId="ADAL" clId="{9849F2B6-243E-4743-8232-BD9BFC396A3E}" dt="2026-04-19T17:19:37.218" v="1133" actId="14100"/>
          <ac:spMkLst>
            <pc:docMk/>
            <pc:sldMk cId="3012707327" sldId="270"/>
            <ac:spMk id="3" creationId="{6650A418-6848-4229-2B90-AC201AC19EBB}"/>
          </ac:spMkLst>
        </pc:spChg>
        <pc:picChg chg="add del mod">
          <ac:chgData name="Jing Yao" userId="091c40ea-68b6-499e-bae2-99a7feffaccc" providerId="ADAL" clId="{9849F2B6-243E-4743-8232-BD9BFC396A3E}" dt="2026-04-22T00:08:49.486" v="7068"/>
          <ac:picMkLst>
            <pc:docMk/>
            <pc:sldMk cId="3012707327" sldId="270"/>
            <ac:picMk id="4" creationId="{BF6716F6-68D4-7C36-1A56-E9E0FD5DB673}"/>
          </ac:picMkLst>
        </pc:picChg>
        <pc:picChg chg="add mod">
          <ac:chgData name="Jing Yao" userId="091c40ea-68b6-499e-bae2-99a7feffaccc" providerId="ADAL" clId="{9849F2B6-243E-4743-8232-BD9BFC396A3E}" dt="2026-04-22T00:12:52.169" v="7069"/>
          <ac:picMkLst>
            <pc:docMk/>
            <pc:sldMk cId="3012707327" sldId="270"/>
            <ac:picMk id="5" creationId="{4355C244-1ADB-1067-7CB8-E954EFEE07CC}"/>
          </ac:picMkLst>
        </pc:picChg>
      </pc:sldChg>
      <pc:sldChg chg="addSp delSp modSp mod modTransition modAnim modNotesTx">
        <pc:chgData name="Jing Yao" userId="091c40ea-68b6-499e-bae2-99a7feffaccc" providerId="ADAL" clId="{9849F2B6-243E-4743-8232-BD9BFC396A3E}" dt="2026-04-22T00:12:52.169" v="7069"/>
        <pc:sldMkLst>
          <pc:docMk/>
          <pc:sldMk cId="3719144217" sldId="271"/>
        </pc:sldMkLst>
        <pc:spChg chg="add mod">
          <ac:chgData name="Jing Yao" userId="091c40ea-68b6-499e-bae2-99a7feffaccc" providerId="ADAL" clId="{9849F2B6-243E-4743-8232-BD9BFC396A3E}" dt="2026-04-20T09:35:31.185" v="6690" actId="113"/>
          <ac:spMkLst>
            <pc:docMk/>
            <pc:sldMk cId="3719144217" sldId="271"/>
            <ac:spMk id="2" creationId="{95AA2238-0FBC-A276-F37D-4A5280B2696B}"/>
          </ac:spMkLst>
        </pc:spChg>
        <pc:picChg chg="add del mod">
          <ac:chgData name="Jing Yao" userId="091c40ea-68b6-499e-bae2-99a7feffaccc" providerId="ADAL" clId="{9849F2B6-243E-4743-8232-BD9BFC396A3E}" dt="2026-04-22T00:08:49.486" v="7068"/>
          <ac:picMkLst>
            <pc:docMk/>
            <pc:sldMk cId="3719144217" sldId="271"/>
            <ac:picMk id="4" creationId="{339D01E5-0BF8-F9B5-6A51-75611DB9DDE0}"/>
          </ac:picMkLst>
        </pc:picChg>
        <pc:picChg chg="add mod">
          <ac:chgData name="Jing Yao" userId="091c40ea-68b6-499e-bae2-99a7feffaccc" providerId="ADAL" clId="{9849F2B6-243E-4743-8232-BD9BFC396A3E}" dt="2026-04-22T00:12:52.169" v="7069"/>
          <ac:picMkLst>
            <pc:docMk/>
            <pc:sldMk cId="3719144217" sldId="271"/>
            <ac:picMk id="5" creationId="{4173E251-D75B-77B3-DCF9-6DE11A69D24E}"/>
          </ac:picMkLst>
        </pc:picChg>
      </pc:sldChg>
    </pc:docChg>
  </pc:docChgLst>
  <pc:docChgLst>
    <pc:chgData name="Jing Yao" userId="091c40ea-68b6-499e-bae2-99a7feffaccc" providerId="ADAL" clId="{5E772298-76B7-458D-A4DD-0CE458436BF0}"/>
    <pc:docChg chg="undo redo custSel addSld delSld modSld sldOrd addSection modSection">
      <pc:chgData name="Jing Yao" userId="091c40ea-68b6-499e-bae2-99a7feffaccc" providerId="ADAL" clId="{5E772298-76B7-458D-A4DD-0CE458436BF0}" dt="2026-04-15T14:24:10.204" v="5264" actId="478"/>
      <pc:docMkLst>
        <pc:docMk/>
      </pc:docMkLst>
      <pc:sldChg chg="addSp delSp modSp mod delAnim modAnim modNotesTx">
        <pc:chgData name="Jing Yao" userId="091c40ea-68b6-499e-bae2-99a7feffaccc" providerId="ADAL" clId="{5E772298-76B7-458D-A4DD-0CE458436BF0}" dt="2026-04-15T12:33:03.562" v="1536" actId="20577"/>
        <pc:sldMkLst>
          <pc:docMk/>
          <pc:sldMk cId="2002474622" sldId="256"/>
        </pc:sldMkLst>
        <pc:spChg chg="add mod">
          <ac:chgData name="Jing Yao" userId="091c40ea-68b6-499e-bae2-99a7feffaccc" providerId="ADAL" clId="{5E772298-76B7-458D-A4DD-0CE458436BF0}" dt="2026-04-15T12:30:22.808" v="1438" actId="1035"/>
          <ac:spMkLst>
            <pc:docMk/>
            <pc:sldMk cId="2002474622" sldId="256"/>
            <ac:spMk id="2" creationId="{39834E53-F8A4-D1DC-2CD4-8767391B3A8B}"/>
          </ac:spMkLst>
        </pc:spChg>
        <pc:spChg chg="mod">
          <ac:chgData name="Jing Yao" userId="091c40ea-68b6-499e-bae2-99a7feffaccc" providerId="ADAL" clId="{5E772298-76B7-458D-A4DD-0CE458436BF0}" dt="2026-04-15T12:30:26.877" v="1447" actId="1036"/>
          <ac:spMkLst>
            <pc:docMk/>
            <pc:sldMk cId="2002474622" sldId="256"/>
            <ac:spMk id="4" creationId="{D7E7AB70-A343-74D6-8295-751572BECA54}"/>
          </ac:spMkLst>
        </pc:spChg>
        <pc:picChg chg="mod topLvl">
          <ac:chgData name="Jing Yao" userId="091c40ea-68b6-499e-bae2-99a7feffaccc" providerId="ADAL" clId="{5E772298-76B7-458D-A4DD-0CE458436BF0}" dt="2026-04-15T12:30:22.808" v="1438" actId="1035"/>
          <ac:picMkLst>
            <pc:docMk/>
            <pc:sldMk cId="2002474622" sldId="256"/>
            <ac:picMk id="9" creationId="{08B91D97-C93D-7777-C1AF-309ACFC55195}"/>
          </ac:picMkLst>
        </pc:picChg>
        <pc:cxnChg chg="mod topLvl">
          <ac:chgData name="Jing Yao" userId="091c40ea-68b6-499e-bae2-99a7feffaccc" providerId="ADAL" clId="{5E772298-76B7-458D-A4DD-0CE458436BF0}" dt="2026-04-15T12:30:32.397" v="1457" actId="1036"/>
          <ac:cxnSpMkLst>
            <pc:docMk/>
            <pc:sldMk cId="2002474622" sldId="256"/>
            <ac:cxnSpMk id="7" creationId="{1CFE8E73-810E-7A73-1B0C-101BF5547570}"/>
          </ac:cxnSpMkLst>
        </pc:cxnChg>
      </pc:sldChg>
      <pc:sldChg chg="addSp modSp mod modNotesTx">
        <pc:chgData name="Jing Yao" userId="091c40ea-68b6-499e-bae2-99a7feffaccc" providerId="ADAL" clId="{5E772298-76B7-458D-A4DD-0CE458436BF0}" dt="2026-04-15T12:34:48.187" v="1748" actId="20577"/>
        <pc:sldMkLst>
          <pc:docMk/>
          <pc:sldMk cId="2864023916" sldId="257"/>
        </pc:sldMkLst>
        <pc:spChg chg="add mod">
          <ac:chgData name="Jing Yao" userId="091c40ea-68b6-499e-bae2-99a7feffaccc" providerId="ADAL" clId="{5E772298-76B7-458D-A4DD-0CE458436BF0}" dt="2026-04-15T12:33:44.754" v="1590" actId="404"/>
          <ac:spMkLst>
            <pc:docMk/>
            <pc:sldMk cId="2864023916" sldId="257"/>
            <ac:spMk id="2" creationId="{4B5C0CC2-F2A6-A70D-5C1E-0AFBCB1BE2A1}"/>
          </ac:spMkLst>
        </pc:spChg>
      </pc:sldChg>
      <pc:sldChg chg="modSp new mod ord modNotesTx">
        <pc:chgData name="Jing Yao" userId="091c40ea-68b6-499e-bae2-99a7feffaccc" providerId="ADAL" clId="{5E772298-76B7-458D-A4DD-0CE458436BF0}" dt="2026-04-15T13:20:59.396" v="3464" actId="20577"/>
        <pc:sldMkLst>
          <pc:docMk/>
          <pc:sldMk cId="705044513" sldId="266"/>
        </pc:sldMkLst>
        <pc:spChg chg="mod">
          <ac:chgData name="Jing Yao" userId="091c40ea-68b6-499e-bae2-99a7feffaccc" providerId="ADAL" clId="{5E772298-76B7-458D-A4DD-0CE458436BF0}" dt="2026-04-15T12:46:20.721" v="2728" actId="2711"/>
          <ac:spMkLst>
            <pc:docMk/>
            <pc:sldMk cId="705044513" sldId="266"/>
            <ac:spMk id="2" creationId="{2B0A9B53-E989-19B5-C4F6-7AB033865E30}"/>
          </ac:spMkLst>
        </pc:spChg>
        <pc:spChg chg="mod">
          <ac:chgData name="Jing Yao" userId="091c40ea-68b6-499e-bae2-99a7feffaccc" providerId="ADAL" clId="{5E772298-76B7-458D-A4DD-0CE458436BF0}" dt="2026-04-15T13:10:25.576" v="3457" actId="20577"/>
          <ac:spMkLst>
            <pc:docMk/>
            <pc:sldMk cId="705044513" sldId="266"/>
            <ac:spMk id="3" creationId="{49BF38DB-0A9A-389D-FF35-1C5332A12669}"/>
          </ac:spMkLst>
        </pc:spChg>
      </pc:sldChg>
      <pc:sldChg chg="addSp delSp modSp add mod modNotesTx">
        <pc:chgData name="Jing Yao" userId="091c40ea-68b6-499e-bae2-99a7feffaccc" providerId="ADAL" clId="{5E772298-76B7-458D-A4DD-0CE458436BF0}" dt="2026-04-15T13:39:42.059" v="4287" actId="113"/>
        <pc:sldMkLst>
          <pc:docMk/>
          <pc:sldMk cId="2516280086" sldId="268"/>
        </pc:sldMkLst>
        <pc:spChg chg="mod">
          <ac:chgData name="Jing Yao" userId="091c40ea-68b6-499e-bae2-99a7feffaccc" providerId="ADAL" clId="{5E772298-76B7-458D-A4DD-0CE458436BF0}" dt="2026-04-15T13:39:42.059" v="4287" actId="113"/>
          <ac:spMkLst>
            <pc:docMk/>
            <pc:sldMk cId="2516280086" sldId="268"/>
            <ac:spMk id="3" creationId="{4F17329D-42EC-E5EA-D1B0-4700872C11C1}"/>
          </ac:spMkLst>
        </pc:spChg>
      </pc:sldChg>
      <pc:sldChg chg="modSp add mod">
        <pc:chgData name="Jing Yao" userId="091c40ea-68b6-499e-bae2-99a7feffaccc" providerId="ADAL" clId="{5E772298-76B7-458D-A4DD-0CE458436BF0}" dt="2026-04-15T14:03:21.683" v="4461" actId="20577"/>
        <pc:sldMkLst>
          <pc:docMk/>
          <pc:sldMk cId="701045525" sldId="269"/>
        </pc:sldMkLst>
        <pc:spChg chg="mod">
          <ac:chgData name="Jing Yao" userId="091c40ea-68b6-499e-bae2-99a7feffaccc" providerId="ADAL" clId="{5E772298-76B7-458D-A4DD-0CE458436BF0}" dt="2026-04-15T14:03:21.683" v="4461" actId="20577"/>
          <ac:spMkLst>
            <pc:docMk/>
            <pc:sldMk cId="701045525" sldId="269"/>
            <ac:spMk id="3" creationId="{47A3BC58-B59B-422B-6BF5-0A334D256AEA}"/>
          </ac:spMkLst>
        </pc:spChg>
      </pc:sldChg>
      <pc:sldChg chg="addSp modSp add mod modNotesTx">
        <pc:chgData name="Jing Yao" userId="091c40ea-68b6-499e-bae2-99a7feffaccc" providerId="ADAL" clId="{5E772298-76B7-458D-A4DD-0CE458436BF0}" dt="2026-04-15T14:06:18.948" v="4596"/>
        <pc:sldMkLst>
          <pc:docMk/>
          <pc:sldMk cId="3012707327" sldId="270"/>
        </pc:sldMkLst>
        <pc:spChg chg="mod">
          <ac:chgData name="Jing Yao" userId="091c40ea-68b6-499e-bae2-99a7feffaccc" providerId="ADAL" clId="{5E772298-76B7-458D-A4DD-0CE458436BF0}" dt="2026-04-15T14:04:50.721" v="4527" actId="20577"/>
          <ac:spMkLst>
            <pc:docMk/>
            <pc:sldMk cId="3012707327" sldId="270"/>
            <ac:spMk id="3" creationId="{6650A418-6848-4229-2B90-AC201AC19EBB}"/>
          </ac:spMkLst>
        </pc:spChg>
      </pc:sldChg>
      <pc:sldChg chg="add modNotesTx">
        <pc:chgData name="Jing Yao" userId="091c40ea-68b6-499e-bae2-99a7feffaccc" providerId="ADAL" clId="{5E772298-76B7-458D-A4DD-0CE458436BF0}" dt="2026-04-15T14:08:00.270" v="4944" actId="20577"/>
        <pc:sldMkLst>
          <pc:docMk/>
          <pc:sldMk cId="3719144217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41283-612B-461F-9065-80D40B8AAA9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17C494-4730-4793-9545-3295A53E6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263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Thank you for participating in our “cultural value data annotation” project. It aims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collect high-quality textual data that follows and reflects values of specific cultures”.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matters most is not just the language, but the underlying values of the text and whether it aligns with the target culture. 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help you better understand and complete the task, this video will walk you through the background knowledge, the annotation workflow and the quality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494-4730-4793-9545-3295A53E60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75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93C1B-73BA-B9F4-63E2-D2101501E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84F4C0-8F5E-5B4D-13AD-23D6C82CC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5BF7A3-F919-4622-9AE7-0C67CF55F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is the background knowledge you need before annotation.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1F1F7-B7FD-A27F-1887-B3CAEA33B6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494-4730-4793-9545-3295A53E60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167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are Large Language Models. They are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widely used AI products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 systems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such as ChatGPT and Gemini; Qwen, DeepSeek in China,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HyperClova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South Korea, etc.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 interact with them through text to complete tasks like question answering, information retrieval and personal suggestions.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494-4730-4793-9545-3295A53E60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51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63B54-21A7-71B4-46CB-F4C360B16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F283D-24E5-C743-D141-33AECA1DD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E93C1B-D962-6623-D73C-CCABF781C0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are Values? Values are Internal principles about “what is important, right or appropriate” and “what should be avoided”.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case, you can think of values as “The reason behind why a person thinks something should or should not be done.”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identify values from a given response, ask yourself: What does the person think is important? What behavior is encourages or discouraged? What is considered right or appropriate?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Then, summarize the answer to these questions into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short phrases that indicate the essential ideas, rather than specific actions or long explanations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e.g., respect for elders, fairness, social harmony.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 that one response may contain multiple values.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the text: When your opinion conflicts with your parents, you should always listen to your parents to show respect.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reflected Value is Respect for elders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for another text: Even if your opinion conflicts with your parents, I think you should make your own decisions.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reflected Value is Personal autonomy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B3A1C-8E46-2189-9375-6CCB963199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494-4730-4793-9545-3295A53E60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7AB11-48FF-2689-A24B-9A69AA71E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9666B-48FF-BC7B-D5D2-67E6182EC0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B54266-13DE-7569-A0CC-DA0C0B73D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are cultural values? </a:t>
            </a:r>
            <a:r>
              <a:rPr lang="en-US" dirty="0"/>
              <a:t>Values are closely related to cultural background, for example, Chinese values are significantly different from US values.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Therefore, cultural values are the values that are long-term shared, widely agreed, or recognized by most people in a specific society or cultural context. They shape what people think is right or wrong, how people behave and what is considered appropriate within that culture.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question: Should a person sacrifice personal opinions and interests for the team’s goals?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some cultures, “Collective interest” is more important; while in others, “Personal choice” is more important.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 note: Do not rely on simplistic, stereotypical cultural values (e.g., “All Americans are individualistic”, “All Japanese people are introverted”)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Cultural values are diverse and changing over time. You should think about what is commonly accepted in real life today.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56AF7-35BC-D7B6-083A-C1E772FBEA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494-4730-4793-9545-3295A53E60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28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84DF1-04BE-4773-82BF-B8B42212E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481AA4-6E84-18BE-1716-40356FCC0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D779E-C22D-BB89-3FA3-5440022FA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should understand and separate personal and cultural perspective in annotation.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Personal perspective: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 questions or annotate the textual responses to reflect your own values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means “What do Yourself believe is right or appropriate?”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Cultural perspective, you need to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 questions or annotate the textual responses to reflect values that are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widely agreed, or recognized by most people in your culture, even if you personally do not agree with them.  This means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“What do MOST people in your culture believe is right or appropriate?”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not mix the two perspectives. You must annotate them separately.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FF56A-1AD6-0A9F-7A1F-13DFAC62F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494-4730-4793-9545-3295A53E60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426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C37AA-C799-6DE1-F70C-5384F1DAE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010018-04CD-39E7-6AC6-485229332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2BD6D-B34E-E2DF-8088-A7B0FABE4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until now, please ensure you have well known about “What are Large Language Models”, “What are Values?”, “What are Cultural Values”, and both “Personal and Cultural perspectives”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4D06E-A4D0-E995-6EB0-6E68EC0220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494-4730-4793-9545-3295A53E60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107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7F23F-80C4-3E4F-508F-3BF079CF1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C86D0-8866-FEF6-EF96-E19F7F6FB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830C6-2FDB-FB90-404D-4042FFF90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27769-D473-5A03-B077-15FC046D3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B9946-AA93-4AFC-8295-A7B50DDD9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82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38F6B-64A5-985D-ABDF-A3E6F625D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D547E-BA31-AEE9-0845-483C3D376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4B5A4-BEDE-B9D2-6C76-1A922041F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8FFE9-57BB-A63D-AB15-09D7504AB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1099A-78E4-A012-8DA9-43E02F718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3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7AE66-EDF4-DBCA-E1DA-8C41CFDEE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DD991-EA82-A415-F107-E4FAA2BA5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382FC-C118-8B1C-460D-B1B7B78B9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207E6-9349-154E-B0EC-559038FF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985F1-4FD8-029F-D470-14C53C2F3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741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CCE30-2138-9A76-5053-DA25E115D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6706B-5D41-80F8-5448-1C5ABE39E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2CFD2-5B33-83C0-A3C2-97553F7E8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C7D35-AF68-C828-AA8F-C1A117729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076E8-E6AC-5B20-888A-C68311BFB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1ACA4-49F3-E8E0-B6BF-19E5AAD7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224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8CFFB-02E4-2AD8-923D-421E9F283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0196A-5EAB-018E-B8C1-16F7F6099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E65258-1C49-128D-1F6A-186838EB1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38261C-D2B2-C3E9-68F4-BA445DBA35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C89C00-17DE-196A-6BD1-4884C10E45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90F2B5-E3B8-3D61-175B-2ACC891A6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20544E-DCA6-61B3-23FF-784C8F3D0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4C32B8-F596-B88B-08BC-DCDCFD562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8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92D1-9D10-F26A-0BBC-53F8DF0E3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079D55-778D-F82F-6476-E7FA9AE57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582FDB-C8C8-0FC1-4E1D-0078C6D22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786EB3-6CC4-C529-5866-0FBE55E37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013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E9A830-AFFB-8AE8-9620-69D397142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A5B7C2-9A92-B44E-893E-9529C6ADB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1B5E1-2B8A-3404-4FC2-68A8575E3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57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3C967-81A4-0B8C-9DC2-89F79085F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DCE9-0C5C-9389-B3B6-3BDAE0691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A989-D45E-2B7A-750B-FA722D98B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462A47-4ECB-0173-F8DF-E5838031F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F1556-FE40-4F04-F4DA-5DFC799B5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9BCBE-AE5A-CC77-3B87-D4BEE42E5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3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1403D-4F1C-0518-EC7F-B72FE904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739C96-0245-9E9C-A56F-EC1F15A7B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01562-6A64-BFD7-700E-4F174B952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C31CF-B71B-76A2-A7DD-FB31CB759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00162-91A8-9FAC-683F-4B37B565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115B4-F891-28AD-8996-A8E610070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59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98F59-F356-8D66-59DF-A420C3251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1655B0-A7AF-ED90-2B48-C9AC0F4D6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A5150-4B7C-6BCF-94FA-F0B5953AD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0CDC2-1713-67AD-6880-3C4F1EC9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5D881-AF46-EBF4-90BF-BAC2ED04C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760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82FA39-262E-2305-92F6-175B19A3A7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B7A8D-6EFA-9318-F315-956CE4701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653D6-112F-A2AE-F3C3-8FCE5F895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99E7D-1195-024B-493E-8E7BE7A7E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15CBC-D38B-AE94-2104-F6B1D25F0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05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5A3AA3-1E5A-3FA9-3A8D-9AF9688EF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EF705-44E2-072C-0E44-D2B2B5975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98E0C-B897-EFE0-DE8D-A9947E56E4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A60997-56DF-44FB-997C-8C3755B6F12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CE78E-2305-1064-1FB0-9C5E6D37C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E4EC6-48C5-A055-B9A6-231AF9DD29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91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2" Type="http://schemas.microsoft.com/office/2007/relationships/media" Target="../media/media4.m4a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media5.m4a"/><Relationship Id="rId2" Type="http://schemas.microsoft.com/office/2007/relationships/media" Target="../media/media5.m4a"/><Relationship Id="rId1" Type="http://schemas.openxmlformats.org/officeDocument/2006/relationships/tags" Target="../tags/tag3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2" Type="http://schemas.microsoft.com/office/2007/relationships/media" Target="../media/media6.m4a"/><Relationship Id="rId1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E7AB70-A343-74D6-8295-751572BECA54}"/>
              </a:ext>
            </a:extLst>
          </p:cNvPr>
          <p:cNvSpPr txBox="1"/>
          <p:nvPr/>
        </p:nvSpPr>
        <p:spPr>
          <a:xfrm>
            <a:off x="990893" y="3217507"/>
            <a:ext cx="10359198" cy="156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dirty="0"/>
              <a:t>This task aims to </a:t>
            </a:r>
            <a:r>
              <a:rPr lang="en-US" sz="2200" b="1" i="1" dirty="0"/>
              <a:t>collect high-quality textual data that follows and reflects values of specific cultures</a:t>
            </a:r>
            <a:r>
              <a:rPr lang="en-US" sz="2000" b="1" dirty="0"/>
              <a:t>. </a:t>
            </a:r>
            <a:r>
              <a:rPr lang="en-US" sz="2200" b="1" i="1" dirty="0"/>
              <a:t>What matters most </a:t>
            </a:r>
            <a:r>
              <a:rPr lang="en-US" sz="2000" dirty="0"/>
              <a:t>is not just the language, but </a:t>
            </a:r>
            <a:r>
              <a:rPr lang="en-US" sz="2200" b="1" i="1" dirty="0"/>
              <a:t>the underlying values of the text and whether it aligns with the target culture</a:t>
            </a:r>
            <a:r>
              <a:rPr lang="en-US" sz="2000" dirty="0"/>
              <a:t>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B91D97-C93D-7777-C1AF-309ACFC551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4937" y="1441693"/>
            <a:ext cx="1275336" cy="118687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FE8E73-810E-7A73-1B0C-101BF5547570}"/>
              </a:ext>
            </a:extLst>
          </p:cNvPr>
          <p:cNvCxnSpPr>
            <a:cxnSpLocks/>
          </p:cNvCxnSpPr>
          <p:nvPr/>
        </p:nvCxnSpPr>
        <p:spPr>
          <a:xfrm>
            <a:off x="1465521" y="2819014"/>
            <a:ext cx="9409942" cy="0"/>
          </a:xfrm>
          <a:prstGeom prst="line">
            <a:avLst/>
          </a:prstGeom>
          <a:ln w="28575">
            <a:solidFill>
              <a:srgbClr val="FBD44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9834E53-F8A4-D1DC-2CD4-8767391B3A8B}"/>
              </a:ext>
            </a:extLst>
          </p:cNvPr>
          <p:cNvSpPr txBox="1"/>
          <p:nvPr/>
        </p:nvSpPr>
        <p:spPr>
          <a:xfrm>
            <a:off x="3488647" y="1817018"/>
            <a:ext cx="6974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378DF8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Cultural Value Data Annotation</a:t>
            </a:r>
          </a:p>
        </p:txBody>
      </p:sp>
      <p:pic>
        <p:nvPicPr>
          <p:cNvPr id="10" name="Audio 9">
            <a:extLst>
              <a:ext uri="{FF2B5EF4-FFF2-40B4-BE49-F238E27FC236}">
                <a16:creationId xmlns:a16="http://schemas.microsoft.com/office/drawing/2014/main" id="{BBFF07D0-87BB-3587-602D-0FFD817CCCD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474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039"/>
    </mc:Choice>
    <mc:Fallback>
      <p:transition spd="slow" advTm="310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B9B3D-2B8D-A663-A85B-02325E269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5C0CC2-F2A6-A70D-5C1E-0AFBCB1BE2A1}"/>
              </a:ext>
            </a:extLst>
          </p:cNvPr>
          <p:cNvSpPr txBox="1"/>
          <p:nvPr/>
        </p:nvSpPr>
        <p:spPr>
          <a:xfrm>
            <a:off x="2114938" y="2295330"/>
            <a:ext cx="8826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Part 1. Background Knowledge </a:t>
            </a:r>
          </a:p>
        </p:txBody>
      </p:sp>
      <p:pic>
        <p:nvPicPr>
          <p:cNvPr id="6" name="Audio 5">
            <a:extLst>
              <a:ext uri="{FF2B5EF4-FFF2-40B4-BE49-F238E27FC236}">
                <a16:creationId xmlns:a16="http://schemas.microsoft.com/office/drawing/2014/main" id="{BA52B612-C472-A6EF-FA61-DB51C686BF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023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25"/>
    </mc:Choice>
    <mc:Fallback>
      <p:transition spd="slow" advTm="38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A9B53-E989-19B5-C4F6-7AB033865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3" y="290483"/>
            <a:ext cx="10515600" cy="79809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1. What are Large Language Models (LLMs)?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F38DB-0A9A-389D-FF35-1C5332A12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3" y="1511558"/>
            <a:ext cx="10515600" cy="534644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Widely used AI products or systems, such as </a:t>
            </a: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ChatGPT, Gemini, Claude</a:t>
            </a: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Qwen, DeepSeek,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Doubao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HyperClova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ExaONE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3.0</a:t>
            </a:r>
          </a:p>
          <a:p>
            <a:pPr lvl="1"/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RakutenAI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Model,</a:t>
            </a: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Sea-Lion,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MERaLiON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etc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Users interact with them through texts to complete:</a:t>
            </a: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Question answering</a:t>
            </a: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Information retrieval</a:t>
            </a: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Personal suggestion seeking</a:t>
            </a:r>
          </a:p>
          <a:p>
            <a:pPr lvl="1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</a:p>
        </p:txBody>
      </p:sp>
      <p:pic>
        <p:nvPicPr>
          <p:cNvPr id="6" name="Audio 5">
            <a:extLst>
              <a:ext uri="{FF2B5EF4-FFF2-40B4-BE49-F238E27FC236}">
                <a16:creationId xmlns:a16="http://schemas.microsoft.com/office/drawing/2014/main" id="{63FFEAD6-0C58-4444-8D11-28A9523A59FE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050445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221"/>
    </mc:Choice>
    <mc:Fallback>
      <p:transition spd="slow" advTm="212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D02D3-2778-2A09-9DC9-F89D371EC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7329D-42EC-E5EA-D1B0-4700872C1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61" y="230819"/>
            <a:ext cx="11882532" cy="6480854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3300" b="1" dirty="0">
                <a:latin typeface="Segoe UI" panose="020B0502040204020203" pitchFamily="34" charset="0"/>
                <a:cs typeface="Segoe UI" panose="020B0502040204020203" pitchFamily="34" charset="0"/>
              </a:rPr>
              <a:t>2. What are Values?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dirty="0"/>
              <a:t>Internal principles about “what is important, right or appropriate” and “what should be avoided”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reason behind why a person thinks something should or should not be done.</a:t>
            </a:r>
          </a:p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How to Identify Values from a Response?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Ask yourself “</a:t>
            </a:r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What does the person think is important?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”, “</a:t>
            </a:r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What behavior is encouraged or discouraged?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” and “</a:t>
            </a:r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What is considered right or appropriate?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”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Summarize </a:t>
            </a:r>
            <a:r>
              <a:rPr lang="en-US" dirty="0"/>
              <a:t>the answer to these questions into </a:t>
            </a:r>
            <a:r>
              <a:rPr lang="en-US" b="1" dirty="0"/>
              <a:t>short phrases that indicate the essential ideas, rather than specific actions or long explanations. </a:t>
            </a:r>
            <a:r>
              <a:rPr lang="en-US" dirty="0"/>
              <a:t>E.g., respect for elders, fairness.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Note that </a:t>
            </a:r>
            <a:r>
              <a:rPr lang="en-US" dirty="0"/>
              <a:t>one response may contain multiple values.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dirty="0"/>
              <a:t>When your opinion conflicts with your patents, you should always listen to your parents to show respect.  </a:t>
            </a:r>
            <a:r>
              <a:rPr lang="en-US" altLang="zh-CN" dirty="0"/>
              <a:t>—— </a:t>
            </a:r>
            <a:r>
              <a:rPr lang="en-US" altLang="zh-CN" b="1" dirty="0"/>
              <a:t>V</a:t>
            </a:r>
            <a:r>
              <a:rPr lang="en-US" b="1" dirty="0"/>
              <a:t>alues: respect for elders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dirty="0"/>
              <a:t>Even if your opinion conflicts with your parents, I think you should make your own decisions. </a:t>
            </a:r>
            <a:r>
              <a:rPr lang="en-US" altLang="zh-CN" dirty="0"/>
              <a:t>—— </a:t>
            </a:r>
            <a:r>
              <a:rPr lang="en-US" altLang="zh-CN" b="1" dirty="0"/>
              <a:t>values: personal autonomy</a:t>
            </a:r>
            <a:endParaRPr lang="en-US" b="1" dirty="0"/>
          </a:p>
          <a:p>
            <a:pPr lvl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endParaRPr lang="en-US" dirty="0"/>
          </a:p>
          <a:p>
            <a:pPr lvl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89F0F2BF-032B-DD1B-F2DA-CED921ACA51C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16280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7574"/>
    </mc:Choice>
    <mc:Fallback>
      <p:transition spd="slow" advTm="675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099B5-39C4-708C-96BF-7C5D64524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3BC58-B59B-422B-6BF5-0A334D256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61" y="175098"/>
            <a:ext cx="11882532" cy="712064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3. What are Cultural Values?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dirty="0"/>
              <a:t>Values are closely related to cultural background, for example, Chinese values are significantly different from US values.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dirty="0"/>
              <a:t>Cultural values are the values that are long-term shared, widely agreed, or recognized by most people in a specific society or cultural context.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b="1" dirty="0"/>
              <a:t>Q: </a:t>
            </a:r>
            <a:r>
              <a:rPr lang="en-US" sz="2000" dirty="0"/>
              <a:t>Should a person sacrifice personal opinions and interests for the team’s goals?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b="1" dirty="0"/>
              <a:t>A: </a:t>
            </a:r>
            <a:r>
              <a:rPr lang="en-US" sz="2000" dirty="0"/>
              <a:t>In some cultures, “Collective interest” is more important; while in others, “Personal choice” is more important.</a:t>
            </a:r>
          </a:p>
          <a:p>
            <a:pPr>
              <a:spcBef>
                <a:spcPts val="2400"/>
              </a:spcBef>
              <a:spcAft>
                <a:spcPts val="600"/>
              </a:spcAft>
            </a:pPr>
            <a:r>
              <a:rPr lang="en-US" sz="2400" b="1" dirty="0"/>
              <a:t>Note</a:t>
            </a:r>
            <a:r>
              <a:rPr lang="en-US" sz="2400" dirty="0"/>
              <a:t> -- Do not rely on simplistic, stereotypical cultural values (like “All Americans are individualistic” “All Japanese people are introverted”)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400" b="1" dirty="0"/>
              <a:t>Note</a:t>
            </a:r>
            <a:r>
              <a:rPr lang="en-US" sz="2400" dirty="0"/>
              <a:t> -- Cultural values are diverse and changing over time. You should think about what is commonly accepted in real life today.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07B2C04B-22E5-89BB-8746-0A9E394FF634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01045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4520"/>
    </mc:Choice>
    <mc:Fallback>
      <p:transition spd="slow" advTm="645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B8CA3-0C60-5D6F-E240-4BA9E1F16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0A418-6848-4229-2B90-AC201AC19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61" y="262648"/>
            <a:ext cx="11882532" cy="65200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1800"/>
              </a:spcAft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4. Personal vs Cultural Perspective in Annotation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dirty="0"/>
              <a:t>Personal perspective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dirty="0"/>
              <a:t>Answer questions or annotate the textual responses to reflect your own values</a:t>
            </a:r>
            <a:endParaRPr lang="en-US" b="1" dirty="0"/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b="1" dirty="0"/>
              <a:t>“What do Yourself believe is right or appropriate?”</a:t>
            </a:r>
            <a:endParaRPr lang="en-US" dirty="0"/>
          </a:p>
          <a:p>
            <a:r>
              <a:rPr lang="en-US" b="1" dirty="0"/>
              <a:t>Cultural perspective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dirty="0"/>
              <a:t>Answer questions or annotate the textual responses to reflect values that are</a:t>
            </a:r>
            <a:r>
              <a:rPr lang="en-US" b="1" dirty="0"/>
              <a:t> </a:t>
            </a:r>
            <a:r>
              <a:rPr lang="en-US" dirty="0"/>
              <a:t>widely agreed, or recognized by most people in your culture, </a:t>
            </a:r>
            <a:r>
              <a:rPr lang="en-US" b="1" dirty="0"/>
              <a:t>even if you personally do not agree with them</a:t>
            </a:r>
            <a:r>
              <a:rPr lang="en-US" dirty="0"/>
              <a:t>.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b="1" dirty="0"/>
              <a:t>“What do MOST people in your culture believe is right or appropriate?”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Do not mix the two perspectives. You must annotate them separately.</a:t>
            </a:r>
            <a:endParaRPr lang="en-US" dirty="0"/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4355C244-1ADB-1067-7CB8-E954EFEE07CC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127073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698"/>
    </mc:Choice>
    <mc:Fallback>
      <p:transition spd="slow" advTm="356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2C63B-0B36-95A1-1CFE-620475C58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A2238-0FBC-A276-F37D-4A5280B26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3" y="290482"/>
            <a:ext cx="10515600" cy="592549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Ensure you know these items:</a:t>
            </a:r>
            <a:br>
              <a:rPr lang="en-US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b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1. What are Large Language Models (LLMs)?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2. What are Values? and How to identify values from a response?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3. What are Cultural Values?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4. Personal vs Cultural Perspective in Annotation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4173E251-D75B-77B3-DCF9-6DE11A69D24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1442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252"/>
    </mc:Choice>
    <mc:Fallback>
      <p:transition spd="slow" advTm="122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|15.7|29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19.2|2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|28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1238</Words>
  <Application>Microsoft Office PowerPoint</Application>
  <PresentationFormat>Widescreen</PresentationFormat>
  <Paragraphs>81</Paragraphs>
  <Slides>7</Slides>
  <Notes>7</Notes>
  <HiddenSlides>0</HiddenSlides>
  <MMClips>7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Segoe UI</vt:lpstr>
      <vt:lpstr>Segoe UI Semibold</vt:lpstr>
      <vt:lpstr>Office Theme</vt:lpstr>
      <vt:lpstr>PowerPoint Presentation</vt:lpstr>
      <vt:lpstr>PowerPoint Presentation</vt:lpstr>
      <vt:lpstr>1. What are Large Language Models (LLMs)?</vt:lpstr>
      <vt:lpstr>PowerPoint Presentation</vt:lpstr>
      <vt:lpstr>PowerPoint Presentation</vt:lpstr>
      <vt:lpstr>PowerPoint Presentation</vt:lpstr>
      <vt:lpstr>Ensure you know these items:  1. What are Large Language Models (LLMs)?  2. What are Values? and How to identify values from a response?  3. What are Cultural Values?  4. Personal vs Cultural Perspective in Annotation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Jing Yao</dc:creator>
  <cp:lastModifiedBy>Jing Yao</cp:lastModifiedBy>
  <cp:revision>1</cp:revision>
  <dcterms:created xsi:type="dcterms:W3CDTF">2026-04-12T16:49:26Z</dcterms:created>
  <dcterms:modified xsi:type="dcterms:W3CDTF">2026-04-22T00:13:01Z</dcterms:modified>
</cp:coreProperties>
</file>