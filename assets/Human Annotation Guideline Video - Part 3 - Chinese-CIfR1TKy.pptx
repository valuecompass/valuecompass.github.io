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4" r:id="rId2"/>
    <p:sldId id="273" r:id="rId3"/>
    <p:sldId id="280" r:id="rId4"/>
    <p:sldId id="274" r:id="rId5"/>
    <p:sldId id="275" r:id="rId6"/>
    <p:sldId id="277" r:id="rId7"/>
    <p:sldId id="278" r:id="rId8"/>
    <p:sldId id="27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nnotation CheckList" id="{06E28BAE-D928-41B1-B2A5-A2FF590A7BA0}">
          <p14:sldIdLst>
            <p14:sldId id="264"/>
            <p14:sldId id="273"/>
            <p14:sldId id="280"/>
            <p14:sldId id="274"/>
            <p14:sldId id="275"/>
            <p14:sldId id="277"/>
            <p14:sldId id="278"/>
            <p14:sldId id="27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8D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B470EB-62B6-4372-A37E-27F08208ABD1}" v="275" dt="2026-05-22T06:11:38.607"/>
    <p1510:client id="{093AA216-4371-4D2B-A05C-9173D10D4674}" v="85" dt="2026-05-22T07:18:51.1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g Yao" userId="091c40ea-68b6-499e-bae2-99a7feffaccc" providerId="ADAL" clId="{9849F2B6-243E-4743-8232-BD9BFC396A3E}"/>
    <pc:docChg chg="undo redo custSel addSld delSld modSld addSection delSection modSection">
      <pc:chgData name="Jing Yao" userId="091c40ea-68b6-499e-bae2-99a7feffaccc" providerId="ADAL" clId="{9849F2B6-243E-4743-8232-BD9BFC396A3E}" dt="2026-05-22T07:18:51.146" v="7137"/>
      <pc:docMkLst>
        <pc:docMk/>
      </pc:docMkLst>
      <pc:sldChg chg="addSp delSp modSp add mod modTransition modAnim modNotesTx">
        <pc:chgData name="Jing Yao" userId="091c40ea-68b6-499e-bae2-99a7feffaccc" providerId="ADAL" clId="{9849F2B6-243E-4743-8232-BD9BFC396A3E}" dt="2026-05-22T07:18:51.146" v="7137"/>
        <pc:sldMkLst>
          <pc:docMk/>
          <pc:sldMk cId="1922361473" sldId="264"/>
        </pc:sldMkLst>
        <pc:picChg chg="add mod">
          <ac:chgData name="Jing Yao" userId="091c40ea-68b6-499e-bae2-99a7feffaccc" providerId="ADAL" clId="{9849F2B6-243E-4743-8232-BD9BFC396A3E}" dt="2026-05-22T07:18:51.146" v="7137"/>
          <ac:picMkLst>
            <pc:docMk/>
            <pc:sldMk cId="1922361473" sldId="264"/>
            <ac:picMk id="7" creationId="{EC2C433F-DF5A-6C58-8604-79AD6F4DB599}"/>
          </ac:picMkLst>
        </pc:picChg>
        <pc:picChg chg="add del mod">
          <ac:chgData name="Jing Yao" userId="091c40ea-68b6-499e-bae2-99a7feffaccc" providerId="ADAL" clId="{9849F2B6-243E-4743-8232-BD9BFC396A3E}" dt="2026-05-22T07:14:31.958" v="7136"/>
          <ac:picMkLst>
            <pc:docMk/>
            <pc:sldMk cId="1922361473" sldId="264"/>
            <ac:picMk id="13" creationId="{5E4AC623-728C-814B-911B-C0BE0DDE8EE4}"/>
          </ac:picMkLst>
        </pc:picChg>
      </pc:sldChg>
      <pc:sldChg chg="addSp delSp modSp add mod modTransition addAnim delAnim modAnim modNotesTx">
        <pc:chgData name="Jing Yao" userId="091c40ea-68b6-499e-bae2-99a7feffaccc" providerId="ADAL" clId="{9849F2B6-243E-4743-8232-BD9BFC396A3E}" dt="2026-05-22T07:18:51.146" v="7137"/>
        <pc:sldMkLst>
          <pc:docMk/>
          <pc:sldMk cId="2786427981" sldId="273"/>
        </pc:sldMkLst>
        <pc:picChg chg="add mod">
          <ac:chgData name="Jing Yao" userId="091c40ea-68b6-499e-bae2-99a7feffaccc" providerId="ADAL" clId="{9849F2B6-243E-4743-8232-BD9BFC396A3E}" dt="2026-05-22T07:18:51.146" v="7137"/>
          <ac:picMkLst>
            <pc:docMk/>
            <pc:sldMk cId="2786427981" sldId="273"/>
            <ac:picMk id="5" creationId="{F241E510-2AC5-376E-E781-9FDF8A0CF9EA}"/>
          </ac:picMkLst>
        </pc:picChg>
        <pc:picChg chg="add del mod">
          <ac:chgData name="Jing Yao" userId="091c40ea-68b6-499e-bae2-99a7feffaccc" providerId="ADAL" clId="{9849F2B6-243E-4743-8232-BD9BFC396A3E}" dt="2026-05-22T07:14:31.958" v="7136"/>
          <ac:picMkLst>
            <pc:docMk/>
            <pc:sldMk cId="2786427981" sldId="273"/>
            <ac:picMk id="6" creationId="{5C953F93-6CC8-568C-ACB4-DC666F7DE652}"/>
          </ac:picMkLst>
        </pc:picChg>
      </pc:sldChg>
      <pc:sldChg chg="addSp delSp modSp add mod modTransition addAnim delAnim modAnim modNotesTx">
        <pc:chgData name="Jing Yao" userId="091c40ea-68b6-499e-bae2-99a7feffaccc" providerId="ADAL" clId="{9849F2B6-243E-4743-8232-BD9BFC396A3E}" dt="2026-05-22T07:18:51.146" v="7137"/>
        <pc:sldMkLst>
          <pc:docMk/>
          <pc:sldMk cId="324624729" sldId="274"/>
        </pc:sldMkLst>
        <pc:picChg chg="add del mod">
          <ac:chgData name="Jing Yao" userId="091c40ea-68b6-499e-bae2-99a7feffaccc" providerId="ADAL" clId="{9849F2B6-243E-4743-8232-BD9BFC396A3E}" dt="2026-05-22T07:14:31.958" v="7136"/>
          <ac:picMkLst>
            <pc:docMk/>
            <pc:sldMk cId="324624729" sldId="274"/>
            <ac:picMk id="4" creationId="{60D6CF4D-7EB0-D9FD-832D-F01B3EB36B9F}"/>
          </ac:picMkLst>
        </pc:picChg>
        <pc:picChg chg="add mod">
          <ac:chgData name="Jing Yao" userId="091c40ea-68b6-499e-bae2-99a7feffaccc" providerId="ADAL" clId="{9849F2B6-243E-4743-8232-BD9BFC396A3E}" dt="2026-05-22T07:18:51.146" v="7137"/>
          <ac:picMkLst>
            <pc:docMk/>
            <pc:sldMk cId="324624729" sldId="274"/>
            <ac:picMk id="5" creationId="{AB1CF7A5-3BBA-2733-87A5-EC01539DFB98}"/>
          </ac:picMkLst>
        </pc:picChg>
      </pc:sldChg>
      <pc:sldChg chg="addSp delSp modSp add modTransition addAnim delAnim modAnim modNotesTx">
        <pc:chgData name="Jing Yao" userId="091c40ea-68b6-499e-bae2-99a7feffaccc" providerId="ADAL" clId="{9849F2B6-243E-4743-8232-BD9BFC396A3E}" dt="2026-05-22T07:18:51.146" v="7137"/>
        <pc:sldMkLst>
          <pc:docMk/>
          <pc:sldMk cId="1276981638" sldId="275"/>
        </pc:sldMkLst>
        <pc:picChg chg="add del mod">
          <ac:chgData name="Jing Yao" userId="091c40ea-68b6-499e-bae2-99a7feffaccc" providerId="ADAL" clId="{9849F2B6-243E-4743-8232-BD9BFC396A3E}" dt="2026-05-22T07:14:31.958" v="7136"/>
          <ac:picMkLst>
            <pc:docMk/>
            <pc:sldMk cId="1276981638" sldId="275"/>
            <ac:picMk id="4" creationId="{390BCC1D-338D-24B5-81E1-174F2A3AE84A}"/>
          </ac:picMkLst>
        </pc:picChg>
        <pc:picChg chg="add mod">
          <ac:chgData name="Jing Yao" userId="091c40ea-68b6-499e-bae2-99a7feffaccc" providerId="ADAL" clId="{9849F2B6-243E-4743-8232-BD9BFC396A3E}" dt="2026-05-22T07:18:51.146" v="7137"/>
          <ac:picMkLst>
            <pc:docMk/>
            <pc:sldMk cId="1276981638" sldId="275"/>
            <ac:picMk id="5" creationId="{FF4D074A-74D0-DB6B-4C63-6AF643B81655}"/>
          </ac:picMkLst>
        </pc:picChg>
      </pc:sldChg>
      <pc:sldChg chg="addSp delSp modSp add mod modTransition addAnim delAnim modAnim modNotesTx">
        <pc:chgData name="Jing Yao" userId="091c40ea-68b6-499e-bae2-99a7feffaccc" providerId="ADAL" clId="{9849F2B6-243E-4743-8232-BD9BFC396A3E}" dt="2026-05-22T07:18:51.146" v="7137"/>
        <pc:sldMkLst>
          <pc:docMk/>
          <pc:sldMk cId="4130140429" sldId="277"/>
        </pc:sldMkLst>
        <pc:spChg chg="mod">
          <ac:chgData name="Jing Yao" userId="091c40ea-68b6-499e-bae2-99a7feffaccc" providerId="ADAL" clId="{9849F2B6-243E-4743-8232-BD9BFC396A3E}" dt="2026-04-22T01:08:54.761" v="7050" actId="20577"/>
          <ac:spMkLst>
            <pc:docMk/>
            <pc:sldMk cId="4130140429" sldId="277"/>
            <ac:spMk id="3" creationId="{C368AA42-1C46-89CC-289B-79463FB33BCB}"/>
          </ac:spMkLst>
        </pc:spChg>
        <pc:picChg chg="add del mod">
          <ac:chgData name="Jing Yao" userId="091c40ea-68b6-499e-bae2-99a7feffaccc" providerId="ADAL" clId="{9849F2B6-243E-4743-8232-BD9BFC396A3E}" dt="2026-05-22T07:14:31.958" v="7136"/>
          <ac:picMkLst>
            <pc:docMk/>
            <pc:sldMk cId="4130140429" sldId="277"/>
            <ac:picMk id="4" creationId="{9811DFEC-A270-9AE2-5D91-4C8B8EB782DE}"/>
          </ac:picMkLst>
        </pc:picChg>
        <pc:picChg chg="add mod">
          <ac:chgData name="Jing Yao" userId="091c40ea-68b6-499e-bae2-99a7feffaccc" providerId="ADAL" clId="{9849F2B6-243E-4743-8232-BD9BFC396A3E}" dt="2026-05-22T07:18:51.146" v="7137"/>
          <ac:picMkLst>
            <pc:docMk/>
            <pc:sldMk cId="4130140429" sldId="277"/>
            <ac:picMk id="5" creationId="{99EDE190-225B-DC6B-1A44-31B884F59E3B}"/>
          </ac:picMkLst>
        </pc:picChg>
      </pc:sldChg>
      <pc:sldChg chg="addSp delSp modSp add modTransition addAnim delAnim modAnim modNotesTx">
        <pc:chgData name="Jing Yao" userId="091c40ea-68b6-499e-bae2-99a7feffaccc" providerId="ADAL" clId="{9849F2B6-243E-4743-8232-BD9BFC396A3E}" dt="2026-05-22T07:18:51.146" v="7137"/>
        <pc:sldMkLst>
          <pc:docMk/>
          <pc:sldMk cId="4186128387" sldId="278"/>
        </pc:sldMkLst>
        <pc:picChg chg="add del mod">
          <ac:chgData name="Jing Yao" userId="091c40ea-68b6-499e-bae2-99a7feffaccc" providerId="ADAL" clId="{9849F2B6-243E-4743-8232-BD9BFC396A3E}" dt="2026-05-22T07:14:31.958" v="7136"/>
          <ac:picMkLst>
            <pc:docMk/>
            <pc:sldMk cId="4186128387" sldId="278"/>
            <ac:picMk id="4" creationId="{CA53A3DE-C0D2-B402-3128-BDE113D975E0}"/>
          </ac:picMkLst>
        </pc:picChg>
        <pc:picChg chg="add mod">
          <ac:chgData name="Jing Yao" userId="091c40ea-68b6-499e-bae2-99a7feffaccc" providerId="ADAL" clId="{9849F2B6-243E-4743-8232-BD9BFC396A3E}" dt="2026-05-22T07:18:51.146" v="7137"/>
          <ac:picMkLst>
            <pc:docMk/>
            <pc:sldMk cId="4186128387" sldId="278"/>
            <ac:picMk id="5" creationId="{BBEE08D0-8D02-C86B-9291-1341C8F98867}"/>
          </ac:picMkLst>
        </pc:picChg>
      </pc:sldChg>
      <pc:sldChg chg="addSp delSp modSp add mod modTransition addAnim delAnim modAnim modNotesTx">
        <pc:chgData name="Jing Yao" userId="091c40ea-68b6-499e-bae2-99a7feffaccc" providerId="ADAL" clId="{9849F2B6-243E-4743-8232-BD9BFC396A3E}" dt="2026-05-22T07:18:51.146" v="7137"/>
        <pc:sldMkLst>
          <pc:docMk/>
          <pc:sldMk cId="3636852301" sldId="279"/>
        </pc:sldMkLst>
        <pc:spChg chg="add mod">
          <ac:chgData name="Jing Yao" userId="091c40ea-68b6-499e-bae2-99a7feffaccc" providerId="ADAL" clId="{9849F2B6-243E-4743-8232-BD9BFC396A3E}" dt="2026-05-22T07:04:37.306" v="7114" actId="113"/>
          <ac:spMkLst>
            <pc:docMk/>
            <pc:sldMk cId="3636852301" sldId="279"/>
            <ac:spMk id="2" creationId="{701975B6-DBAD-A882-B0D3-BC80A645095E}"/>
          </ac:spMkLst>
        </pc:spChg>
        <pc:spChg chg="add mod">
          <ac:chgData name="Jing Yao" userId="091c40ea-68b6-499e-bae2-99a7feffaccc" providerId="ADAL" clId="{9849F2B6-243E-4743-8232-BD9BFC396A3E}" dt="2026-05-22T07:04:53.815" v="7128"/>
          <ac:spMkLst>
            <pc:docMk/>
            <pc:sldMk cId="3636852301" sldId="279"/>
            <ac:spMk id="5" creationId="{7DF99427-4F96-9CB9-4CE9-302BD7F10F8A}"/>
          </ac:spMkLst>
        </pc:spChg>
        <pc:spChg chg="mod">
          <ac:chgData name="Jing Yao" userId="091c40ea-68b6-499e-bae2-99a7feffaccc" providerId="ADAL" clId="{9849F2B6-243E-4743-8232-BD9BFC396A3E}" dt="2026-05-22T07:04:44.846" v="7122" actId="1035"/>
          <ac:spMkLst>
            <pc:docMk/>
            <pc:sldMk cId="3636852301" sldId="279"/>
            <ac:spMk id="10" creationId="{89803850-D2C1-E3F3-E238-186731F26B9A}"/>
          </ac:spMkLst>
        </pc:spChg>
        <pc:spChg chg="mod">
          <ac:chgData name="Jing Yao" userId="091c40ea-68b6-499e-bae2-99a7feffaccc" providerId="ADAL" clId="{9849F2B6-243E-4743-8232-BD9BFC396A3E}" dt="2026-05-22T07:05:02.308" v="7134" actId="1036"/>
          <ac:spMkLst>
            <pc:docMk/>
            <pc:sldMk cId="3636852301" sldId="279"/>
            <ac:spMk id="12" creationId="{16768F5A-E7F7-1A72-4E50-35006BBCE751}"/>
          </ac:spMkLst>
        </pc:spChg>
        <pc:spChg chg="mod">
          <ac:chgData name="Jing Yao" userId="091c40ea-68b6-499e-bae2-99a7feffaccc" providerId="ADAL" clId="{9849F2B6-243E-4743-8232-BD9BFC396A3E}" dt="2026-05-22T07:04:12.815" v="7084" actId="1036"/>
          <ac:spMkLst>
            <pc:docMk/>
            <pc:sldMk cId="3636852301" sldId="279"/>
            <ac:spMk id="14" creationId="{A9DB1EE4-07F1-2C25-B9EE-0AD9BD58AD64}"/>
          </ac:spMkLst>
        </pc:spChg>
        <pc:spChg chg="mod">
          <ac:chgData name="Jing Yao" userId="091c40ea-68b6-499e-bae2-99a7feffaccc" providerId="ADAL" clId="{9849F2B6-243E-4743-8232-BD9BFC396A3E}" dt="2026-05-22T07:04:12.815" v="7084" actId="1036"/>
          <ac:spMkLst>
            <pc:docMk/>
            <pc:sldMk cId="3636852301" sldId="279"/>
            <ac:spMk id="16" creationId="{9784A328-83EA-888C-FD16-90ABB77F8AC6}"/>
          </ac:spMkLst>
        </pc:spChg>
        <pc:spChg chg="mod">
          <ac:chgData name="Jing Yao" userId="091c40ea-68b6-499e-bae2-99a7feffaccc" providerId="ADAL" clId="{9849F2B6-243E-4743-8232-BD9BFC396A3E}" dt="2026-05-22T07:04:12.815" v="7084" actId="1036"/>
          <ac:spMkLst>
            <pc:docMk/>
            <pc:sldMk cId="3636852301" sldId="279"/>
            <ac:spMk id="18" creationId="{FF1473D9-46A7-88B5-EDDA-498C769EBB07}"/>
          </ac:spMkLst>
        </pc:spChg>
        <pc:spChg chg="mod">
          <ac:chgData name="Jing Yao" userId="091c40ea-68b6-499e-bae2-99a7feffaccc" providerId="ADAL" clId="{9849F2B6-243E-4743-8232-BD9BFC396A3E}" dt="2026-05-22T07:04:12.815" v="7084" actId="1036"/>
          <ac:spMkLst>
            <pc:docMk/>
            <pc:sldMk cId="3636852301" sldId="279"/>
            <ac:spMk id="20" creationId="{861DE948-B17E-73A9-A284-0B385EF394D0}"/>
          </ac:spMkLst>
        </pc:spChg>
        <pc:picChg chg="add del mod">
          <ac:chgData name="Jing Yao" userId="091c40ea-68b6-499e-bae2-99a7feffaccc" providerId="ADAL" clId="{9849F2B6-243E-4743-8232-BD9BFC396A3E}" dt="2026-05-22T07:14:31.958" v="7136"/>
          <ac:picMkLst>
            <pc:docMk/>
            <pc:sldMk cId="3636852301" sldId="279"/>
            <ac:picMk id="3" creationId="{92EE1512-335C-2A99-632C-A850D0DF47F6}"/>
          </ac:picMkLst>
        </pc:picChg>
        <pc:picChg chg="add mod">
          <ac:chgData name="Jing Yao" userId="091c40ea-68b6-499e-bae2-99a7feffaccc" providerId="ADAL" clId="{9849F2B6-243E-4743-8232-BD9BFC396A3E}" dt="2026-05-22T07:18:51.146" v="7137"/>
          <ac:picMkLst>
            <pc:docMk/>
            <pc:sldMk cId="3636852301" sldId="279"/>
            <ac:picMk id="7" creationId="{9FFACA6F-4F2E-0841-F4FC-FDF46BFC4150}"/>
          </ac:picMkLst>
        </pc:picChg>
      </pc:sldChg>
      <pc:sldChg chg="addSp delSp modSp modTransition modAnim">
        <pc:chgData name="Jing Yao" userId="091c40ea-68b6-499e-bae2-99a7feffaccc" providerId="ADAL" clId="{9849F2B6-243E-4743-8232-BD9BFC396A3E}" dt="2026-05-22T07:18:51.146" v="7137"/>
        <pc:sldMkLst>
          <pc:docMk/>
          <pc:sldMk cId="3067848778" sldId="280"/>
        </pc:sldMkLst>
        <pc:picChg chg="add mod">
          <ac:chgData name="Jing Yao" userId="091c40ea-68b6-499e-bae2-99a7feffaccc" providerId="ADAL" clId="{9849F2B6-243E-4743-8232-BD9BFC396A3E}" dt="2026-05-22T07:18:51.146" v="7137"/>
          <ac:picMkLst>
            <pc:docMk/>
            <pc:sldMk cId="3067848778" sldId="280"/>
            <ac:picMk id="4" creationId="{69419BAA-A609-5AA8-890D-A91002136E45}"/>
          </ac:picMkLst>
        </pc:picChg>
        <pc:picChg chg="del">
          <ac:chgData name="Jing Yao" userId="091c40ea-68b6-499e-bae2-99a7feffaccc" providerId="ADAL" clId="{9849F2B6-243E-4743-8232-BD9BFC396A3E}" dt="2026-05-22T07:14:31.958" v="7136"/>
          <ac:picMkLst>
            <pc:docMk/>
            <pc:sldMk cId="3067848778" sldId="280"/>
            <ac:picMk id="6" creationId="{4460234B-9FF6-DA7E-F93A-0B4885DED81E}"/>
          </ac:picMkLst>
        </pc:picChg>
      </pc:sldChg>
    </pc:docChg>
  </pc:docChgLst>
  <pc:docChgLst>
    <pc:chgData name="Jing Yao" userId="091c40ea-68b6-499e-bae2-99a7feffaccc" providerId="ADAL" clId="{5E772298-76B7-458D-A4DD-0CE458436BF0}"/>
    <pc:docChg chg="undo redo custSel addSld delSld modSld sldOrd addSection modSection">
      <pc:chgData name="Jing Yao" userId="091c40ea-68b6-499e-bae2-99a7feffaccc" providerId="ADAL" clId="{5E772298-76B7-458D-A4DD-0CE458436BF0}" dt="2026-05-22T06:11:41.423" v="5617" actId="113"/>
      <pc:docMkLst>
        <pc:docMk/>
      </pc:docMkLst>
      <pc:sldChg chg="addSp modSp mod">
        <pc:chgData name="Jing Yao" userId="091c40ea-68b6-499e-bae2-99a7feffaccc" providerId="ADAL" clId="{5E772298-76B7-458D-A4DD-0CE458436BF0}" dt="2026-05-21T08:11:45.135" v="5312" actId="14100"/>
        <pc:sldMkLst>
          <pc:docMk/>
          <pc:sldMk cId="1922361473" sldId="264"/>
        </pc:sldMkLst>
        <pc:spChg chg="add mod">
          <ac:chgData name="Jing Yao" userId="091c40ea-68b6-499e-bae2-99a7feffaccc" providerId="ADAL" clId="{5E772298-76B7-458D-A4DD-0CE458436BF0}" dt="2026-05-21T08:11:11" v="5272" actId="14100"/>
          <ac:spMkLst>
            <pc:docMk/>
            <pc:sldMk cId="1922361473" sldId="264"/>
            <ac:spMk id="2" creationId="{3DDD1EC1-BF7D-3592-4869-A3BDDA2A20D2}"/>
          </ac:spMkLst>
        </pc:spChg>
        <pc:spChg chg="mod">
          <ac:chgData name="Jing Yao" userId="091c40ea-68b6-499e-bae2-99a7feffaccc" providerId="ADAL" clId="{5E772298-76B7-458D-A4DD-0CE458436BF0}" dt="2026-05-21T08:11:45.135" v="5312" actId="14100"/>
          <ac:spMkLst>
            <pc:docMk/>
            <pc:sldMk cId="1922361473" sldId="264"/>
            <ac:spMk id="3" creationId="{23AB5D5C-F5BE-2DA1-54D8-58EA6BA04D0F}"/>
          </ac:spMkLst>
        </pc:spChg>
      </pc:sldChg>
      <pc:sldChg chg="modSp mod modAnim modNotesTx">
        <pc:chgData name="Jing Yao" userId="091c40ea-68b6-499e-bae2-99a7feffaccc" providerId="ADAL" clId="{5E772298-76B7-458D-A4DD-0CE458436BF0}" dt="2026-05-21T08:36:58.445" v="5588" actId="20577"/>
        <pc:sldMkLst>
          <pc:docMk/>
          <pc:sldMk cId="2786427981" sldId="273"/>
        </pc:sldMkLst>
        <pc:spChg chg="mod">
          <ac:chgData name="Jing Yao" userId="091c40ea-68b6-499e-bae2-99a7feffaccc" providerId="ADAL" clId="{5E772298-76B7-458D-A4DD-0CE458436BF0}" dt="2026-05-21T08:21:48.195" v="5563" actId="108"/>
          <ac:spMkLst>
            <pc:docMk/>
            <pc:sldMk cId="2786427981" sldId="273"/>
            <ac:spMk id="3" creationId="{20FB3273-D903-9D38-D75E-F44A4FB22AF7}"/>
          </ac:spMkLst>
        </pc:spChg>
      </pc:sldChg>
      <pc:sldChg chg="modSp mod modAnim">
        <pc:chgData name="Jing Yao" userId="091c40ea-68b6-499e-bae2-99a7feffaccc" providerId="ADAL" clId="{5E772298-76B7-458D-A4DD-0CE458436BF0}" dt="2026-05-22T06:10:09.726" v="5607" actId="20577"/>
        <pc:sldMkLst>
          <pc:docMk/>
          <pc:sldMk cId="324624729" sldId="274"/>
        </pc:sldMkLst>
        <pc:spChg chg="mod">
          <ac:chgData name="Jing Yao" userId="091c40ea-68b6-499e-bae2-99a7feffaccc" providerId="ADAL" clId="{5E772298-76B7-458D-A4DD-0CE458436BF0}" dt="2026-05-22T06:10:09.726" v="5607" actId="20577"/>
          <ac:spMkLst>
            <pc:docMk/>
            <pc:sldMk cId="324624729" sldId="274"/>
            <ac:spMk id="3" creationId="{9EF744DF-075D-0565-5629-A4DA9ADA668D}"/>
          </ac:spMkLst>
        </pc:spChg>
      </pc:sldChg>
      <pc:sldChg chg="modSp modAnim">
        <pc:chgData name="Jing Yao" userId="091c40ea-68b6-499e-bae2-99a7feffaccc" providerId="ADAL" clId="{5E772298-76B7-458D-A4DD-0CE458436BF0}" dt="2026-05-22T06:10:13.470" v="5609" actId="20577"/>
        <pc:sldMkLst>
          <pc:docMk/>
          <pc:sldMk cId="1276981638" sldId="275"/>
        </pc:sldMkLst>
        <pc:spChg chg="mod">
          <ac:chgData name="Jing Yao" userId="091c40ea-68b6-499e-bae2-99a7feffaccc" providerId="ADAL" clId="{5E772298-76B7-458D-A4DD-0CE458436BF0}" dt="2026-05-22T06:10:13.470" v="5609" actId="20577"/>
          <ac:spMkLst>
            <pc:docMk/>
            <pc:sldMk cId="1276981638" sldId="275"/>
            <ac:spMk id="3" creationId="{23FBAFA1-0459-C240-BE37-D436E7A2FE60}"/>
          </ac:spMkLst>
        </pc:spChg>
      </pc:sldChg>
      <pc:sldChg chg="modSp mod modAnim">
        <pc:chgData name="Jing Yao" userId="091c40ea-68b6-499e-bae2-99a7feffaccc" providerId="ADAL" clId="{5E772298-76B7-458D-A4DD-0CE458436BF0}" dt="2026-05-22T06:10:16.593" v="5611" actId="20577"/>
        <pc:sldMkLst>
          <pc:docMk/>
          <pc:sldMk cId="4130140429" sldId="277"/>
        </pc:sldMkLst>
        <pc:spChg chg="mod">
          <ac:chgData name="Jing Yao" userId="091c40ea-68b6-499e-bae2-99a7feffaccc" providerId="ADAL" clId="{5E772298-76B7-458D-A4DD-0CE458436BF0}" dt="2026-05-22T06:10:16.593" v="5611" actId="20577"/>
          <ac:spMkLst>
            <pc:docMk/>
            <pc:sldMk cId="4130140429" sldId="277"/>
            <ac:spMk id="3" creationId="{C368AA42-1C46-89CC-289B-79463FB33BCB}"/>
          </ac:spMkLst>
        </pc:spChg>
      </pc:sldChg>
      <pc:sldChg chg="modSp modAnim">
        <pc:chgData name="Jing Yao" userId="091c40ea-68b6-499e-bae2-99a7feffaccc" providerId="ADAL" clId="{5E772298-76B7-458D-A4DD-0CE458436BF0}" dt="2026-05-22T06:10:21.893" v="5615" actId="20577"/>
        <pc:sldMkLst>
          <pc:docMk/>
          <pc:sldMk cId="4186128387" sldId="278"/>
        </pc:sldMkLst>
        <pc:spChg chg="mod">
          <ac:chgData name="Jing Yao" userId="091c40ea-68b6-499e-bae2-99a7feffaccc" providerId="ADAL" clId="{5E772298-76B7-458D-A4DD-0CE458436BF0}" dt="2026-05-22T06:10:21.893" v="5615" actId="20577"/>
          <ac:spMkLst>
            <pc:docMk/>
            <pc:sldMk cId="4186128387" sldId="278"/>
            <ac:spMk id="3" creationId="{5F1CBA5B-18AE-FFA7-E46B-513665BAF3A9}"/>
          </ac:spMkLst>
        </pc:spChg>
      </pc:sldChg>
      <pc:sldChg chg="modSp mod">
        <pc:chgData name="Jing Yao" userId="091c40ea-68b6-499e-bae2-99a7feffaccc" providerId="ADAL" clId="{5E772298-76B7-458D-A4DD-0CE458436BF0}" dt="2026-05-21T08:33:02.182" v="5586" actId="113"/>
        <pc:sldMkLst>
          <pc:docMk/>
          <pc:sldMk cId="3636852301" sldId="279"/>
        </pc:sldMkLst>
        <pc:spChg chg="mod">
          <ac:chgData name="Jing Yao" userId="091c40ea-68b6-499e-bae2-99a7feffaccc" providerId="ADAL" clId="{5E772298-76B7-458D-A4DD-0CE458436BF0}" dt="2026-05-21T08:33:02.182" v="5586" actId="113"/>
          <ac:spMkLst>
            <pc:docMk/>
            <pc:sldMk cId="3636852301" sldId="279"/>
            <ac:spMk id="4" creationId="{98280A77-B8CD-B684-93FC-530EFAA683F5}"/>
          </ac:spMkLst>
        </pc:spChg>
        <pc:spChg chg="mod">
          <ac:chgData name="Jing Yao" userId="091c40ea-68b6-499e-bae2-99a7feffaccc" providerId="ADAL" clId="{5E772298-76B7-458D-A4DD-0CE458436BF0}" dt="2026-05-21T08:30:29.069" v="5574" actId="2711"/>
          <ac:spMkLst>
            <pc:docMk/>
            <pc:sldMk cId="3636852301" sldId="279"/>
            <ac:spMk id="10" creationId="{89803850-D2C1-E3F3-E238-186731F26B9A}"/>
          </ac:spMkLst>
        </pc:spChg>
        <pc:spChg chg="mod">
          <ac:chgData name="Jing Yao" userId="091c40ea-68b6-499e-bae2-99a7feffaccc" providerId="ADAL" clId="{5E772298-76B7-458D-A4DD-0CE458436BF0}" dt="2026-05-21T08:30:29.069" v="5574" actId="2711"/>
          <ac:spMkLst>
            <pc:docMk/>
            <pc:sldMk cId="3636852301" sldId="279"/>
            <ac:spMk id="12" creationId="{16768F5A-E7F7-1A72-4E50-35006BBCE751}"/>
          </ac:spMkLst>
        </pc:spChg>
        <pc:spChg chg="mod">
          <ac:chgData name="Jing Yao" userId="091c40ea-68b6-499e-bae2-99a7feffaccc" providerId="ADAL" clId="{5E772298-76B7-458D-A4DD-0CE458436BF0}" dt="2026-05-21T08:30:29.069" v="5574" actId="2711"/>
          <ac:spMkLst>
            <pc:docMk/>
            <pc:sldMk cId="3636852301" sldId="279"/>
            <ac:spMk id="14" creationId="{A9DB1EE4-07F1-2C25-B9EE-0AD9BD58AD64}"/>
          </ac:spMkLst>
        </pc:spChg>
        <pc:spChg chg="mod">
          <ac:chgData name="Jing Yao" userId="091c40ea-68b6-499e-bae2-99a7feffaccc" providerId="ADAL" clId="{5E772298-76B7-458D-A4DD-0CE458436BF0}" dt="2026-05-21T08:30:29.069" v="5574" actId="2711"/>
          <ac:spMkLst>
            <pc:docMk/>
            <pc:sldMk cId="3636852301" sldId="279"/>
            <ac:spMk id="16" creationId="{9784A328-83EA-888C-FD16-90ABB77F8AC6}"/>
          </ac:spMkLst>
        </pc:spChg>
        <pc:spChg chg="mod">
          <ac:chgData name="Jing Yao" userId="091c40ea-68b6-499e-bae2-99a7feffaccc" providerId="ADAL" clId="{5E772298-76B7-458D-A4DD-0CE458436BF0}" dt="2026-05-21T08:30:29.069" v="5574" actId="2711"/>
          <ac:spMkLst>
            <pc:docMk/>
            <pc:sldMk cId="3636852301" sldId="279"/>
            <ac:spMk id="18" creationId="{FF1473D9-46A7-88B5-EDDA-498C769EBB07}"/>
          </ac:spMkLst>
        </pc:spChg>
        <pc:spChg chg="mod">
          <ac:chgData name="Jing Yao" userId="091c40ea-68b6-499e-bae2-99a7feffaccc" providerId="ADAL" clId="{5E772298-76B7-458D-A4DD-0CE458436BF0}" dt="2026-05-21T08:30:29.069" v="5574" actId="2711"/>
          <ac:spMkLst>
            <pc:docMk/>
            <pc:sldMk cId="3636852301" sldId="279"/>
            <ac:spMk id="20" creationId="{861DE948-B17E-73A9-A284-0B385EF394D0}"/>
          </ac:spMkLst>
        </pc:spChg>
        <pc:spChg chg="mod">
          <ac:chgData name="Jing Yao" userId="091c40ea-68b6-499e-bae2-99a7feffaccc" providerId="ADAL" clId="{5E772298-76B7-458D-A4DD-0CE458436BF0}" dt="2026-05-21T08:31:44.609" v="5577" actId="2711"/>
          <ac:spMkLst>
            <pc:docMk/>
            <pc:sldMk cId="3636852301" sldId="279"/>
            <ac:spMk id="22" creationId="{C9E79A4A-3E62-CF86-008F-45884B112D3F}"/>
          </ac:spMkLst>
        </pc:spChg>
        <pc:picChg chg="mod">
          <ac:chgData name="Jing Yao" userId="091c40ea-68b6-499e-bae2-99a7feffaccc" providerId="ADAL" clId="{5E772298-76B7-458D-A4DD-0CE458436BF0}" dt="2026-05-21T08:30:29.069" v="5574" actId="2711"/>
          <ac:picMkLst>
            <pc:docMk/>
            <pc:sldMk cId="3636852301" sldId="279"/>
            <ac:picMk id="3" creationId="{92EE1512-335C-2A99-632C-A850D0DF47F6}"/>
          </ac:picMkLst>
        </pc:picChg>
      </pc:sldChg>
      <pc:sldChg chg="modSp add modAnim modNotesTx">
        <pc:chgData name="Jing Yao" userId="091c40ea-68b6-499e-bae2-99a7feffaccc" providerId="ADAL" clId="{5E772298-76B7-458D-A4DD-0CE458436BF0}" dt="2026-05-22T06:11:41.423" v="5617" actId="113"/>
        <pc:sldMkLst>
          <pc:docMk/>
          <pc:sldMk cId="3067848778" sldId="280"/>
        </pc:sldMkLst>
        <pc:spChg chg="mod">
          <ac:chgData name="Jing Yao" userId="091c40ea-68b6-499e-bae2-99a7feffaccc" providerId="ADAL" clId="{5E772298-76B7-458D-A4DD-0CE458436BF0}" dt="2026-05-22T06:10:40.343" v="5616" actId="20577"/>
          <ac:spMkLst>
            <pc:docMk/>
            <pc:sldMk cId="3067848778" sldId="280"/>
            <ac:spMk id="3" creationId="{4199651F-1847-4EB8-A47F-C6DF7BD9F0C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41283-612B-461F-9065-80D40B8AAA9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17C494-4730-4793-9545-3295A53E6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263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0B922-742D-3594-62FB-A095673FE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EB8796-EAA4-ECE1-6C81-D0A69348D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898992-8D27-C51C-6E7C-726C72A6DC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在了解了完整的标注流程之后，我们来逐一梳理最终的检查清单。在提交数据之前，请确保您的标注满足以下所有要求。我们会对每一条已完成的数据进行自动与人工双重审核——</a:t>
            </a:r>
            <a:r>
              <a:rPr lang="en-US" b="1" err="1"/>
              <a:t>不符合要求的数据将不被接受</a:t>
            </a:r>
            <a:r>
              <a:rPr lang="en-US"/>
              <a:t>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B9F36-B24B-8915-D75B-6EE4FEEDF7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494-4730-4793-9545-3295A53E60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447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8BCB2-4519-D6D9-4DCB-535980AE0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E840FC-E9C8-9A9F-558B-60DB726ACC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3E6362-C703-9777-8D5D-8CEED6998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err="1"/>
              <a:t>第一，不能默认平台提供的候选内容一定正确</a:t>
            </a:r>
            <a:r>
              <a:rPr lang="en-US" b="1"/>
              <a:t>。</a:t>
            </a:r>
            <a:r>
              <a:rPr lang="en-US"/>
              <a:t> 平台提供的所有问题与答案都仅供参考，可能存在错误。您必须主动审查并修正，包括：修改或舍弃那些不符合实际、或与您的文化无关的问题；修改那些与文化价值观或个人价值观不一致的价值观标签和文本；以及补充当前回答中缺失的关键要点。</a:t>
            </a:r>
            <a:br>
              <a:rPr lang="en-US"/>
            </a:br>
            <a:br>
              <a:rPr lang="en-US"/>
            </a:br>
            <a:r>
              <a:rPr lang="en-US" b="1" err="1"/>
              <a:t>第二，遵循每一步的标注说明</a:t>
            </a:r>
            <a:r>
              <a:rPr lang="en-US" b="1"/>
              <a:t>。</a:t>
            </a:r>
            <a:r>
              <a:rPr lang="en-US"/>
              <a:t> </a:t>
            </a:r>
            <a:r>
              <a:rPr lang="en-US" err="1"/>
              <a:t>在每一个标注步骤中，请认真遵循给出的说明与所有限制条件，尽可能创建高质量、具有代表性的文化数据</a:t>
            </a:r>
            <a:r>
              <a:rPr lang="en-US"/>
              <a:t>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D457F-95E3-ABE8-A94E-1B67773F13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494-4730-4793-9545-3295A53E60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6393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E7184-34EA-76AE-E834-BCB658196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D19091-D2D1-9B75-DE46-19A52DFB9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4C0B2F-07C3-C016-D1B7-3063C64710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/>
              <a:t>第三，确保写出的关键准则</a:t>
            </a:r>
            <a:r>
              <a:rPr lang="en-US" altLang="zh-CN" b="0"/>
              <a:t>/</a:t>
            </a:r>
            <a:r>
              <a:rPr lang="zh-CN" altLang="en-US" b="0"/>
              <a:t>社会规范的质量。针对选定的话题，请给出</a:t>
            </a:r>
            <a:r>
              <a:rPr lang="en-US" altLang="zh-CN" b="0"/>
              <a:t>3-5</a:t>
            </a:r>
            <a:r>
              <a:rPr lang="zh-CN" altLang="en-US" b="0"/>
              <a:t>条在这个话题下，你的文化所遵循的关键准则和社会规范。按照重要性排序，优先写出最重要的准则。写出的准则不要与给出的参考示例重复。多条准则相互之间也不要重复。</a:t>
            </a: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24FCE-B809-45A4-0CDC-458206B5AD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494-4730-4793-9545-3295A53E60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1158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F65FB-CC0C-BC3B-5CD5-5E7BB38D8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632107-31BC-C622-0A43-9D89561418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6CB64F-E552-7D65-F6EB-A1FA23F2F6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err="1"/>
              <a:t>第三，覆盖并平衡使用不同的问题类型</a:t>
            </a:r>
            <a:r>
              <a:rPr lang="en-US" b="1"/>
              <a:t>。</a:t>
            </a:r>
            <a:r>
              <a:rPr lang="en-US"/>
              <a:t> </a:t>
            </a:r>
            <a:r>
              <a:rPr lang="en-US" err="1"/>
              <a:t>您必须使用三种问题类型</a:t>
            </a:r>
            <a:r>
              <a:rPr lang="en-US"/>
              <a:t>："Create New"（</a:t>
            </a:r>
            <a:r>
              <a:rPr lang="en-US" err="1"/>
              <a:t>新建问题</a:t>
            </a:r>
            <a:r>
              <a:rPr lang="en-US"/>
              <a:t>）、"Select Existing"（</a:t>
            </a:r>
            <a:r>
              <a:rPr lang="en-US" err="1"/>
              <a:t>选择现有问题</a:t>
            </a:r>
            <a:r>
              <a:rPr lang="en-US"/>
              <a:t>）、"Refine Existing"（</a:t>
            </a:r>
            <a:r>
              <a:rPr lang="en-US" err="1"/>
              <a:t>修改现有问题</a:t>
            </a:r>
            <a:r>
              <a:rPr lang="en-US"/>
              <a:t>）。</a:t>
            </a:r>
            <a:r>
              <a:rPr lang="en-US" err="1"/>
              <a:t>请尽量保持三者大致均衡。若某一种类型被过度使用，超出的数量将不计入总数</a:t>
            </a:r>
            <a:r>
              <a:rPr lang="en-US"/>
              <a:t>。</a:t>
            </a:r>
          </a:p>
          <a:p>
            <a:r>
              <a:rPr lang="en-US" b="1" err="1"/>
              <a:t>第四，保证问题的质量</a:t>
            </a:r>
            <a:r>
              <a:rPr lang="en-US" b="1"/>
              <a:t>。</a:t>
            </a:r>
            <a:r>
              <a:rPr lang="en-US"/>
              <a:t> 对于每一个问题，无论是新建、选择还是修改，您都必须确保：重要性评分不低于3分，独特性评分不低于3分，现实合理性评分不低于3分，并且至少有两个维度达到4分或以上。</a:t>
            </a:r>
            <a:r>
              <a:rPr lang="en-US" b="1"/>
              <a:t>若不满足以上要求，该条数据将被判定为不合格。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DD5EC-9C05-2BF7-47BF-515DA9CA1D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494-4730-4793-9545-3295A53E60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849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32A94-33E4-E6B7-F224-BE2B11BF0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7D496F-685D-DD07-80D3-6C3F0ED97A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832A4E-B578-E817-EF95-027D314D1F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err="1"/>
              <a:t>第五，遵循价值观与文本修改的一致性原则</a:t>
            </a:r>
            <a:r>
              <a:rPr lang="en-US" b="1"/>
              <a:t>。</a:t>
            </a:r>
            <a:r>
              <a:rPr lang="en-US"/>
              <a:t> </a:t>
            </a:r>
            <a:r>
              <a:rPr lang="en-US" err="1"/>
              <a:t>在标注文本片段时，请始终遵循以下规则</a:t>
            </a:r>
            <a:r>
              <a:rPr lang="en-US"/>
              <a:t>：</a:t>
            </a:r>
          </a:p>
          <a:p>
            <a:r>
              <a:rPr lang="en-US"/>
              <a:t>如果您删除了某个价值观，必须同步删除对应的文本；如果您修改了价值观，必须检查文本，并在必要时同步修改；即使您保留了价值观不变，但如果文本与这些价值观、或该文化下的具体行为实践不够一致，也应相应修改文本。</a:t>
            </a:r>
          </a:p>
          <a:p>
            <a:r>
              <a:rPr lang="en-US" err="1"/>
              <a:t>此外，请只关注价值观以及文本对价值观的体现。忽略那些并非由价值观引起的其他差异，例如语言风格、文本格式与结构</a:t>
            </a:r>
            <a:r>
              <a:rPr lang="en-US"/>
              <a:t>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B3889-2FEB-64B3-096B-10813335E2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494-4730-4793-9545-3295A53E60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388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2EC5E-9E19-033B-B6F8-8689B013A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CE979-58CF-3F93-C35D-69AC1F2A1D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CB4130-525B-9468-D1E9-1707D9A13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err="1"/>
              <a:t>第六，从多个角度描述价值观</a:t>
            </a:r>
            <a:r>
              <a:rPr lang="en-US" b="1"/>
              <a:t>。</a:t>
            </a:r>
            <a:r>
              <a:rPr lang="en-US"/>
              <a:t> 在"文化价值观问卷"中，您需要填写"个人价值观陈述"和"</a:t>
            </a:r>
            <a:r>
              <a:rPr lang="en-US" err="1"/>
              <a:t>文化价值观陈述</a:t>
            </a:r>
            <a:r>
              <a:rPr lang="en-US"/>
              <a:t>"。</a:t>
            </a:r>
            <a:r>
              <a:rPr lang="en-US" err="1"/>
              <a:t>请务必从</a:t>
            </a:r>
            <a:r>
              <a:rPr lang="en-US" b="1" err="1"/>
              <a:t>至少三个不同角度</a:t>
            </a:r>
            <a:r>
              <a:rPr lang="en-US" err="1"/>
              <a:t>来描述您的价值观</a:t>
            </a:r>
            <a:r>
              <a:rPr lang="en-US"/>
              <a:t>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BF153-6439-052D-5E64-E3C7064729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494-4730-4793-9545-3295A53E60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7226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9841F-D155-8147-F131-308382590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6C31C-ACF6-2811-D0D7-A42E80616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8519AD-1A26-E568-DCD8-77612ACEC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err="1"/>
              <a:t>第七，清晰区分"文化视角"与"个人视角</a:t>
            </a:r>
            <a:r>
              <a:rPr lang="en-US" b="1"/>
              <a:t>"。</a:t>
            </a:r>
            <a:r>
              <a:rPr lang="en-US"/>
              <a:t> 文化视角，是指您所在文化中大多数人共享的价值观、社会规范与行为实践，即使您本人并不认同。个人视角，是指您自己所相信的内容，包括您的价值观、社会规范与行为实践。请不要混淆两者，必须分开标注。</a:t>
            </a:r>
          </a:p>
          <a:p>
            <a:r>
              <a:rPr lang="en-US" err="1"/>
              <a:t>同时，不要停留在传统化、刻板化或单一化的文化视角上，您应当体现真实、当代的文化规范</a:t>
            </a:r>
            <a:r>
              <a:rPr lang="en-US"/>
              <a:t>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A1C43-EA85-E68B-BA2B-AD88D7BFAB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494-4730-4793-9545-3295A53E60E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4246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C51BC-F930-5048-7F47-9A6F17DD9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C529E3-48FD-BF71-9C45-677A9DD91F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B4F7D8-D6EF-543E-D98D-7C7F6D8A1F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在提交之前，请做最后的快速自查</a:t>
            </a:r>
            <a:r>
              <a:rPr lang="en-US"/>
              <a:t>：</a:t>
            </a:r>
          </a:p>
          <a:p>
            <a:r>
              <a:rPr lang="en-US"/>
              <a:t>您是否修改了所有您认为不正确或不一致的内容？是否认真遵循了每一步的标注说明？三种问题类型是否都有覆盖，且大致均衡？问题是否真实、具有代表性，并满足评分要求？价值观与文本的修改是否保持一致，并补充了缺失的要点？价值观陈述是否从三个以上角度进行了描述？文化视角与个人视角是否已清晰区分？</a:t>
            </a:r>
          </a:p>
          <a:p>
            <a:r>
              <a:rPr lang="en-US" err="1"/>
              <a:t>如果以上所有问题的答案都是肯定的，您已经可以提交了</a:t>
            </a:r>
            <a:r>
              <a:rPr lang="en-US"/>
              <a:t>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004A1-F4D1-50E6-E0F9-9063F417FA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494-4730-4793-9545-3295A53E60E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025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7F23F-80C4-3E4F-508F-3BF079CF1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BC86D0-8866-FEF6-EF96-E19F7F6FBE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830C6-2FDB-FB90-404D-4042FFF90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0997-56DF-44FB-997C-8C3755B6F12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27769-D473-5A03-B077-15FC046D3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B9946-AA93-4AFC-8295-A7B50DDD9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82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38F6B-64A5-985D-ABDF-A3E6F625D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D547E-BA31-AEE9-0845-483C3D376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4B5A4-BEDE-B9D2-6C76-1A922041F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0997-56DF-44FB-997C-8C3755B6F12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8FFE9-57BB-A63D-AB15-09D7504AB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1099A-78E4-A012-8DA9-43E02F718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53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7AE66-EDF4-DBCA-E1DA-8C41CFDEE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DD991-EA82-A415-F107-E4FAA2BA5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382FC-C118-8B1C-460D-B1B7B78B9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0997-56DF-44FB-997C-8C3755B6F12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207E6-9349-154E-B0EC-559038FF8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985F1-4FD8-029F-D470-14C53C2F3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741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CCE30-2138-9A76-5053-DA25E115D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6706B-5D41-80F8-5448-1C5ABE39E0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2CFD2-5B33-83C0-A3C2-97553F7E8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C7D35-AF68-C828-AA8F-C1A117729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0997-56DF-44FB-997C-8C3755B6F12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1076E8-E6AC-5B20-888A-C68311BFB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1ACA4-49F3-E8E0-B6BF-19E5AAD7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224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8CFFB-02E4-2AD8-923D-421E9F283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0196A-5EAB-018E-B8C1-16F7F6099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E65258-1C49-128D-1F6A-186838EB1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38261C-D2B2-C3E9-68F4-BA445DBA35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C89C00-17DE-196A-6BD1-4884C10E45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90F2B5-E3B8-3D61-175B-2ACC891A6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0997-56DF-44FB-997C-8C3755B6F12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20544E-DCA6-61B3-23FF-784C8F3D0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4C32B8-F596-B88B-08BC-DCDCFD562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83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92D1-9D10-F26A-0BBC-53F8DF0E3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079D55-778D-F82F-6476-E7FA9AE57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0997-56DF-44FB-997C-8C3755B6F12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582FDB-C8C8-0FC1-4E1D-0078C6D22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786EB3-6CC4-C529-5866-0FBE55E37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013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E9A830-AFFB-8AE8-9620-69D397142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0997-56DF-44FB-997C-8C3755B6F12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A5B7C2-9A92-B44E-893E-9529C6ADB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1B5E1-2B8A-3404-4FC2-68A8575E3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157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3C967-81A4-0B8C-9DC2-89F79085F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DCE9-0C5C-9389-B3B6-3BDAE0691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7A989-D45E-2B7A-750B-FA722D98B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462A47-4ECB-0173-F8DF-E5838031F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0997-56DF-44FB-997C-8C3755B6F12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F1556-FE40-4F04-F4DA-5DFC799B5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9BCBE-AE5A-CC77-3B87-D4BEE42E5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333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1403D-4F1C-0518-EC7F-B72FE904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739C96-0245-9E9C-A56F-EC1F15A7BC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C01562-6A64-BFD7-700E-4F174B952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C31CF-B71B-76A2-A7DD-FB31CB759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0997-56DF-44FB-997C-8C3755B6F12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00162-91A8-9FAC-683F-4B37B565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115B4-F891-28AD-8996-A8E610070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598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98F59-F356-8D66-59DF-A420C3251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1655B0-A7AF-ED90-2B48-C9AC0F4D6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A5150-4B7C-6BCF-94FA-F0B5953AD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0997-56DF-44FB-997C-8C3755B6F12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0CDC2-1713-67AD-6880-3C4F1EC9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5D881-AF46-EBF4-90BF-BAC2ED04C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760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82FA39-262E-2305-92F6-175B19A3A7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B7A8D-6EFA-9318-F315-956CE4701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653D6-112F-A2AE-F3C3-8FCE5F895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0997-56DF-44FB-997C-8C3755B6F12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99E7D-1195-024B-493E-8E7BE7A7E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15CBC-D38B-AE94-2104-F6B1D25F0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05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5A3AA3-1E5A-3FA9-3A8D-9AF9688EF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EF705-44E2-072C-0E44-D2B2B5975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98E0C-B897-EFE0-DE8D-A9947E56E4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A60997-56DF-44FB-997C-8C3755B6F12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CE78E-2305-1064-1FB0-9C5E6D37CC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E4EC6-48C5-A055-B9A6-231AF9DD29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191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media2.m4a"/><Relationship Id="rId2" Type="http://schemas.microsoft.com/office/2007/relationships/media" Target="../media/media2.m4a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4a"/><Relationship Id="rId2" Type="http://schemas.microsoft.com/office/2007/relationships/media" Target="../media/media3.m4a"/><Relationship Id="rId1" Type="http://schemas.openxmlformats.org/officeDocument/2006/relationships/tags" Target="../tags/tag2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media4.m4a"/><Relationship Id="rId2" Type="http://schemas.microsoft.com/office/2007/relationships/media" Target="../media/media4.m4a"/><Relationship Id="rId1" Type="http://schemas.openxmlformats.org/officeDocument/2006/relationships/tags" Target="../tags/tag3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media5.m4a"/><Relationship Id="rId2" Type="http://schemas.microsoft.com/office/2007/relationships/media" Target="../media/media5.m4a"/><Relationship Id="rId1" Type="http://schemas.openxmlformats.org/officeDocument/2006/relationships/tags" Target="../tags/tag4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media6.m4a"/><Relationship Id="rId2" Type="http://schemas.microsoft.com/office/2007/relationships/media" Target="../media/media6.m4a"/><Relationship Id="rId1" Type="http://schemas.openxmlformats.org/officeDocument/2006/relationships/tags" Target="../tags/tag5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media7.m4a"/><Relationship Id="rId2" Type="http://schemas.microsoft.com/office/2007/relationships/media" Target="../media/media7.m4a"/><Relationship Id="rId1" Type="http://schemas.openxmlformats.org/officeDocument/2006/relationships/tags" Target="../tags/tag6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media8.m4a"/><Relationship Id="rId2" Type="http://schemas.microsoft.com/office/2007/relationships/media" Target="../media/media8.m4a"/><Relationship Id="rId1" Type="http://schemas.openxmlformats.org/officeDocument/2006/relationships/tags" Target="../tags/tag7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F8C2A-C8E2-2C23-F579-BCB8EB3D1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DD1EC1-BF7D-3592-4869-A3BDDA2A20D2}"/>
              </a:ext>
            </a:extLst>
          </p:cNvPr>
          <p:cNvSpPr txBox="1"/>
          <p:nvPr/>
        </p:nvSpPr>
        <p:spPr>
          <a:xfrm>
            <a:off x="3952568" y="2295330"/>
            <a:ext cx="6989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Segoe UI Semibold" panose="020B0702040204020203" pitchFamily="34" charset="0"/>
                <a:cs typeface="Segoe UI Semibold" panose="020B0702040204020203" pitchFamily="34" charset="0"/>
              </a:rPr>
              <a:t>3. </a:t>
            </a:r>
            <a:r>
              <a:rPr lang="zh-CN" altLang="en-US" sz="4000">
                <a:latin typeface="Segoe UI Semibold" panose="020B0702040204020203" pitchFamily="34" charset="0"/>
                <a:cs typeface="Segoe UI Semibold" panose="020B0702040204020203" pitchFamily="34" charset="0"/>
              </a:rPr>
              <a:t>质量检查清单</a:t>
            </a:r>
            <a:endParaRPr lang="en-US" sz="400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AB5D5C-F5BE-2DA1-54D8-58EA6BA04D0F}"/>
              </a:ext>
            </a:extLst>
          </p:cNvPr>
          <p:cNvSpPr txBox="1"/>
          <p:nvPr/>
        </p:nvSpPr>
        <p:spPr>
          <a:xfrm>
            <a:off x="1565896" y="3646037"/>
            <a:ext cx="91355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EE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!!!</a:t>
            </a:r>
            <a:r>
              <a:rPr lang="en-US" sz="3200">
                <a:solidFill>
                  <a:srgbClr val="EE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</a:t>
            </a:r>
            <a:r>
              <a:rPr lang="zh-CN" altLang="en-US" sz="3200">
                <a:solidFill>
                  <a:srgbClr val="EE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请确保你的标注数据满足以下所有要求，否则数据将不被接受。</a:t>
            </a:r>
            <a:endParaRPr lang="en-US" sz="3200">
              <a:solidFill>
                <a:srgbClr val="EE0000"/>
              </a:solidFill>
            </a:endParaRPr>
          </a:p>
        </p:txBody>
      </p:sp>
      <p:pic>
        <p:nvPicPr>
          <p:cNvPr id="7" name="Audio 6">
            <a:extLst>
              <a:ext uri="{FF2B5EF4-FFF2-40B4-BE49-F238E27FC236}">
                <a16:creationId xmlns:a16="http://schemas.microsoft.com/office/drawing/2014/main" id="{EC2C433F-DF5A-6C58-8604-79AD6F4DB59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3614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241"/>
    </mc:Choice>
    <mc:Fallback>
      <p:transition spd="slow" advTm="182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22F25-70BC-9047-922A-6204514D8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B3273-D903-9D38-D75E-F44A4FB22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2" y="321014"/>
            <a:ext cx="11130773" cy="5644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3.1 </a:t>
            </a:r>
            <a:r>
              <a:rPr lang="zh-CN" altLang="en-US" b="1"/>
              <a:t>不能默认平台提供的候选内容一定正确</a:t>
            </a:r>
            <a:endParaRPr lang="en-US"/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/>
              <a:t>平台提供的所有问题与答案都仅供参考，可能存在错误。你必须：</a:t>
            </a:r>
            <a:endParaRPr lang="en-US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/>
              <a:t>修改或舍弃那些不符合实际或与你的文化无关的问题</a:t>
            </a:r>
            <a:endParaRPr lang="en-US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/>
              <a:t>修改那些与文化价值观／个人价值观不一致的价值观标签和文本</a:t>
            </a:r>
            <a:endParaRPr lang="en-US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/>
              <a:t>补充当前回答中缺失的关键要点</a:t>
            </a:r>
            <a:endParaRPr lang="en-US"/>
          </a:p>
          <a:p>
            <a:pPr marL="0" indent="0">
              <a:buNone/>
            </a:pPr>
            <a:endParaRPr lang="en-US" b="1"/>
          </a:p>
          <a:p>
            <a:pPr marL="0" indent="0">
              <a:spcAft>
                <a:spcPts val="1200"/>
              </a:spcAft>
              <a:buNone/>
            </a:pPr>
            <a:r>
              <a:rPr lang="en-US" b="1"/>
              <a:t>3.2 </a:t>
            </a:r>
            <a:r>
              <a:rPr lang="zh-CN" altLang="en-US" b="1"/>
              <a:t>遵循标注过程中每一步的说明</a:t>
            </a:r>
            <a:endParaRPr lang="en-US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/>
              <a:t>在每一个标注步骤中，请认真遵循给出的指示说明</a:t>
            </a:r>
            <a:endParaRPr lang="en-US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/>
              <a:t>不要违反任何限制条件</a:t>
            </a:r>
            <a:r>
              <a:rPr lang="en-US"/>
              <a:t>.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/>
              <a:t>尽可能创建高质量、具有代表性的文化数据</a:t>
            </a:r>
            <a:r>
              <a:rPr lang="en-US"/>
              <a:t>.</a:t>
            </a:r>
          </a:p>
        </p:txBody>
      </p:sp>
      <p:pic>
        <p:nvPicPr>
          <p:cNvPr id="5" name="Audio 4">
            <a:extLst>
              <a:ext uri="{FF2B5EF4-FFF2-40B4-BE49-F238E27FC236}">
                <a16:creationId xmlns:a16="http://schemas.microsoft.com/office/drawing/2014/main" id="{F241E510-2AC5-376E-E781-9FDF8A0CF9EA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864279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142"/>
    </mc:Choice>
    <mc:Fallback>
      <p:transition spd="slow" advTm="371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9A07A-DB92-9871-4064-1D76E44B3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9651F-1847-4EB8-A47F-C6DF7BD9F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2" y="321014"/>
            <a:ext cx="11130773" cy="5644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3.</a:t>
            </a:r>
            <a:r>
              <a:rPr lang="en-US" altLang="zh-CN" b="1"/>
              <a:t>3 </a:t>
            </a:r>
            <a:r>
              <a:rPr lang="zh-CN" altLang="en-US" b="1"/>
              <a:t>确保关键准则</a:t>
            </a:r>
            <a:r>
              <a:rPr lang="en-US" b="1"/>
              <a:t>/</a:t>
            </a:r>
            <a:r>
              <a:rPr lang="zh-CN" altLang="en-US" b="1"/>
              <a:t>社会规范的质量</a:t>
            </a:r>
            <a:endParaRPr lang="en-US"/>
          </a:p>
          <a:p>
            <a:endParaRPr lang="en-US" altLang="zh-CN"/>
          </a:p>
          <a:p>
            <a:r>
              <a:rPr lang="zh-CN" altLang="en-US"/>
              <a:t>针对选定的话题，给出</a:t>
            </a:r>
            <a:r>
              <a:rPr lang="en-US" b="1"/>
              <a:t>3-5</a:t>
            </a:r>
            <a:r>
              <a:rPr lang="zh-CN" altLang="en-US" b="1"/>
              <a:t>条</a:t>
            </a:r>
            <a:r>
              <a:rPr lang="zh-CN" altLang="en-US"/>
              <a:t>在</a:t>
            </a:r>
            <a:r>
              <a:rPr lang="zh-CN" altLang="en-US" b="1"/>
              <a:t>这个话题下</a:t>
            </a:r>
            <a:r>
              <a:rPr lang="zh-CN" altLang="en-US"/>
              <a:t>，你的</a:t>
            </a:r>
            <a:r>
              <a:rPr lang="zh-CN" altLang="en-US" b="1"/>
              <a:t>文化所遵循</a:t>
            </a:r>
            <a:r>
              <a:rPr lang="zh-CN" altLang="en-US"/>
              <a:t>的关键准则和社会规范。</a:t>
            </a:r>
            <a:endParaRPr lang="en-US"/>
          </a:p>
          <a:p>
            <a:endParaRPr lang="en-US" altLang="zh-CN"/>
          </a:p>
          <a:p>
            <a:r>
              <a:rPr lang="zh-CN" altLang="en-US"/>
              <a:t>请</a:t>
            </a:r>
            <a:r>
              <a:rPr lang="zh-CN" altLang="en-US" b="1"/>
              <a:t>按照重要性排序</a:t>
            </a:r>
            <a:r>
              <a:rPr lang="zh-CN" altLang="en-US"/>
              <a:t>，优先写出最重要的准则。</a:t>
            </a:r>
            <a:endParaRPr lang="en-US"/>
          </a:p>
          <a:p>
            <a:endParaRPr lang="en-US" altLang="zh-CN"/>
          </a:p>
          <a:p>
            <a:r>
              <a:rPr lang="zh-CN" altLang="en-US"/>
              <a:t>写出的准则</a:t>
            </a:r>
            <a:r>
              <a:rPr lang="zh-CN" altLang="en-US" b="1"/>
              <a:t>不要与给出的参考示例重复</a:t>
            </a:r>
            <a:r>
              <a:rPr lang="zh-CN" altLang="en-US"/>
              <a:t>。多条准则</a:t>
            </a:r>
            <a:r>
              <a:rPr lang="zh-CN" altLang="en-US" b="1"/>
              <a:t>相互之间也不要重复。</a:t>
            </a:r>
            <a:endParaRPr lang="en-US" b="1"/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/>
          </a:p>
        </p:txBody>
      </p:sp>
      <p:pic>
        <p:nvPicPr>
          <p:cNvPr id="4" name="Audio 3">
            <a:extLst>
              <a:ext uri="{FF2B5EF4-FFF2-40B4-BE49-F238E27FC236}">
                <a16:creationId xmlns:a16="http://schemas.microsoft.com/office/drawing/2014/main" id="{69419BAA-A609-5AA8-890D-A91002136E45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67848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440"/>
    </mc:Choice>
    <mc:Fallback>
      <p:transition spd="slow" advTm="234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2430E-8982-F49E-1209-4EECF8D03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744DF-075D-0565-5629-A4DA9ADA6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2" y="321014"/>
            <a:ext cx="10754029" cy="6423915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b="1"/>
              <a:t>3.4 </a:t>
            </a:r>
            <a:r>
              <a:rPr lang="zh-CN" altLang="en-US" b="1"/>
              <a:t>覆盖并平衡使用不同的问题类型</a:t>
            </a:r>
            <a:endParaRPr lang="en-US"/>
          </a:p>
          <a:p>
            <a:r>
              <a:rPr lang="zh-CN" altLang="en-US" sz="2400"/>
              <a:t>在标注中，你必须使用三种问题类型：</a:t>
            </a:r>
            <a:r>
              <a:rPr lang="en-US" sz="2400"/>
              <a:t>“Create New”</a:t>
            </a:r>
            <a:r>
              <a:rPr lang="zh-CN" altLang="en-US" sz="2400"/>
              <a:t>，</a:t>
            </a:r>
            <a:r>
              <a:rPr lang="en-US" sz="2400"/>
              <a:t>“Select Existing”</a:t>
            </a:r>
            <a:r>
              <a:rPr lang="zh-CN" altLang="en-US" sz="2400"/>
              <a:t>，</a:t>
            </a:r>
            <a:r>
              <a:rPr lang="en-US" sz="2400"/>
              <a:t>“Refine Existing”. </a:t>
            </a:r>
          </a:p>
          <a:p>
            <a:r>
              <a:rPr lang="zh-CN" altLang="en-US" sz="2400"/>
              <a:t>请尽量保持三者大致均衡</a:t>
            </a:r>
            <a:r>
              <a:rPr lang="en-US" sz="2400"/>
              <a:t> (~ 1:1:1)</a:t>
            </a:r>
          </a:p>
          <a:p>
            <a:r>
              <a:rPr lang="zh-CN" altLang="en-US" sz="2400"/>
              <a:t>若某一种类型被过度使用，超过的数量将不计入总数</a:t>
            </a:r>
            <a:r>
              <a:rPr lang="en-US" sz="2400"/>
              <a:t>.</a:t>
            </a:r>
          </a:p>
          <a:p>
            <a:pPr marL="0" indent="0">
              <a:buNone/>
            </a:pPr>
            <a:endParaRPr lang="en-US" sz="2400"/>
          </a:p>
          <a:p>
            <a:pPr marL="0" indent="0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b="1"/>
              <a:t>3.5 </a:t>
            </a:r>
            <a:r>
              <a:rPr lang="zh-CN" altLang="en-US" b="1"/>
              <a:t>保证问题的质量</a:t>
            </a:r>
            <a:endParaRPr lang="en-US"/>
          </a:p>
          <a:p>
            <a:r>
              <a:rPr lang="zh-CN" altLang="en-US" sz="2600"/>
              <a:t>对于每一个问题 </a:t>
            </a:r>
            <a:r>
              <a:rPr lang="en-US" altLang="zh-CN" sz="2600"/>
              <a:t>(</a:t>
            </a:r>
            <a:r>
              <a:rPr lang="zh-CN" altLang="en-US" sz="2600"/>
              <a:t>无论是新建、选择还是修改现有问题</a:t>
            </a:r>
            <a:r>
              <a:rPr lang="en-US" altLang="zh-CN" sz="2600"/>
              <a:t>)</a:t>
            </a:r>
            <a:r>
              <a:rPr lang="zh-CN" altLang="en-US" sz="2600"/>
              <a:t>，你都必须确保：</a:t>
            </a:r>
            <a:endParaRPr lang="en-US" sz="2600"/>
          </a:p>
          <a:p>
            <a:pPr lvl="1"/>
            <a:r>
              <a:rPr lang="zh-CN" altLang="en-US"/>
              <a:t>重要性评分</a:t>
            </a:r>
            <a:r>
              <a:rPr lang="en-US"/>
              <a:t> ≥ 3</a:t>
            </a:r>
          </a:p>
          <a:p>
            <a:pPr lvl="1"/>
            <a:r>
              <a:rPr lang="zh-CN" altLang="en-US"/>
              <a:t>独特性评分</a:t>
            </a:r>
            <a:r>
              <a:rPr lang="en-US"/>
              <a:t> ≥ 3</a:t>
            </a:r>
          </a:p>
          <a:p>
            <a:pPr lvl="1"/>
            <a:r>
              <a:rPr lang="zh-CN" altLang="en-US"/>
              <a:t>现实合理性评分</a:t>
            </a:r>
            <a:r>
              <a:rPr lang="en-US"/>
              <a:t> ≥ 3</a:t>
            </a:r>
          </a:p>
          <a:p>
            <a:pPr lvl="1"/>
            <a:r>
              <a:rPr lang="zh-CN" altLang="en-US"/>
              <a:t>至少有两个维度</a:t>
            </a:r>
            <a:r>
              <a:rPr lang="en-US"/>
              <a:t> ≥ 4</a:t>
            </a:r>
          </a:p>
          <a:p>
            <a:r>
              <a:rPr lang="zh-CN" altLang="en-US" sz="2600"/>
              <a:t>否则，这条数据将被判定为不合格。</a:t>
            </a:r>
            <a:endParaRPr lang="en-US" sz="2600"/>
          </a:p>
        </p:txBody>
      </p:sp>
      <p:pic>
        <p:nvPicPr>
          <p:cNvPr id="5" name="Audio 4">
            <a:extLst>
              <a:ext uri="{FF2B5EF4-FFF2-40B4-BE49-F238E27FC236}">
                <a16:creationId xmlns:a16="http://schemas.microsoft.com/office/drawing/2014/main" id="{AB1CF7A5-3BBA-2733-87A5-EC01539DFB98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4624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720"/>
    </mc:Choice>
    <mc:Fallback>
      <p:transition spd="slow" advTm="437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5B5DA-6934-F41D-EA5D-CBBF3D33A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BAFA1-0459-C240-BE37-D436E7A2F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3" y="321014"/>
            <a:ext cx="10515600" cy="6536986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b="1"/>
              <a:t>3.6 Follow value-text revision consistency</a:t>
            </a:r>
          </a:p>
          <a:p>
            <a:r>
              <a:rPr lang="zh-CN" altLang="en-US" b="1"/>
              <a:t>在步骤</a:t>
            </a:r>
            <a:r>
              <a:rPr lang="en-US" b="1"/>
              <a:t> 5 </a:t>
            </a:r>
            <a:r>
              <a:rPr lang="zh-CN" altLang="en-US" b="1"/>
              <a:t>和步骤</a:t>
            </a:r>
            <a:r>
              <a:rPr lang="en-US" b="1"/>
              <a:t> 6 </a:t>
            </a:r>
            <a:r>
              <a:rPr lang="zh-CN" altLang="en-US" b="1"/>
              <a:t>中标注文本片段时，请始终遵循以下规则</a:t>
            </a:r>
            <a:r>
              <a:rPr lang="en-US"/>
              <a:t>:</a:t>
            </a:r>
            <a:endParaRPr lang="en-US" sz="2400"/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zh-CN" altLang="en-US"/>
              <a:t>如果你删除了价值观，必须删除对应的文本；</a:t>
            </a:r>
            <a:endParaRPr lang="en-US"/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zh-CN" altLang="en-US"/>
              <a:t>如果你修改了价值观，必须检查文本，并在必要时同步修改文本；</a:t>
            </a:r>
            <a:endParaRPr lang="en-US"/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zh-CN" altLang="en-US"/>
              <a:t>即使你只是保留价值观不变，但如果文本与这些价值观或文化下具体的行为实践不够一致，也应相应修改文本。</a:t>
            </a:r>
            <a:endParaRPr lang="en-US"/>
          </a:p>
          <a:p>
            <a:pPr marL="457200" lvl="1" indent="0">
              <a:lnSpc>
                <a:spcPct val="100000"/>
              </a:lnSpc>
              <a:spcAft>
                <a:spcPts val="600"/>
              </a:spcAft>
              <a:buNone/>
            </a:pPr>
            <a:endParaRPr lang="en-US" sz="2000"/>
          </a:p>
          <a:p>
            <a:r>
              <a:rPr lang="zh-CN" altLang="en-US"/>
              <a:t>请只关注价值观以及文本对价值观的体现</a:t>
            </a:r>
            <a:r>
              <a:rPr lang="en-US"/>
              <a:t>. </a:t>
            </a:r>
          </a:p>
          <a:p>
            <a:r>
              <a:rPr lang="zh-CN" altLang="en-US"/>
              <a:t>忽略那些并非由价值观引起的其他差异，例如语言风格、文本格式与结构。</a:t>
            </a:r>
            <a:endParaRPr lang="en-US" sz="2400"/>
          </a:p>
        </p:txBody>
      </p:sp>
      <p:pic>
        <p:nvPicPr>
          <p:cNvPr id="5" name="Audio 4">
            <a:extLst>
              <a:ext uri="{FF2B5EF4-FFF2-40B4-BE49-F238E27FC236}">
                <a16:creationId xmlns:a16="http://schemas.microsoft.com/office/drawing/2014/main" id="{FF4D074A-74D0-DB6B-4C63-6AF643B81655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769816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876"/>
    </mc:Choice>
    <mc:Fallback>
      <p:transition spd="slow" advTm="378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6B9FA-CF60-975A-1856-BF5EBE985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8AA42-1C46-89CC-289B-79463FB33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3" y="321014"/>
            <a:ext cx="10515600" cy="6536986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b="1"/>
              <a:t>3.7 </a:t>
            </a:r>
            <a:r>
              <a:rPr lang="zh-CN" altLang="en-US" b="1"/>
              <a:t>从多个角度作答</a:t>
            </a:r>
            <a:endParaRPr lang="en-US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/>
              <a:t>在</a:t>
            </a:r>
            <a:r>
              <a:rPr lang="en-US"/>
              <a:t>“</a:t>
            </a:r>
            <a:r>
              <a:rPr lang="zh-CN" altLang="en-US"/>
              <a:t>文化价值观问卷</a:t>
            </a:r>
            <a:r>
              <a:rPr lang="en-US"/>
              <a:t>”</a:t>
            </a:r>
            <a:r>
              <a:rPr lang="zh-CN" altLang="en-US"/>
              <a:t>中，你需要填写</a:t>
            </a:r>
            <a:r>
              <a:rPr lang="en-US"/>
              <a:t>“</a:t>
            </a:r>
            <a:r>
              <a:rPr lang="zh-CN" altLang="en-US"/>
              <a:t>个人价值观陈述</a:t>
            </a:r>
            <a:r>
              <a:rPr lang="en-US"/>
              <a:t>”</a:t>
            </a:r>
            <a:r>
              <a:rPr lang="zh-CN" altLang="en-US"/>
              <a:t>和</a:t>
            </a:r>
            <a:r>
              <a:rPr lang="en-US"/>
              <a:t>“</a:t>
            </a:r>
            <a:r>
              <a:rPr lang="zh-CN" altLang="en-US"/>
              <a:t>文化价值观陈述</a:t>
            </a:r>
            <a:r>
              <a:rPr lang="en-US"/>
              <a:t>”</a:t>
            </a:r>
            <a:r>
              <a:rPr lang="zh-CN" altLang="en-US"/>
              <a:t>。你必须从至少</a:t>
            </a:r>
            <a:r>
              <a:rPr lang="en-US"/>
              <a:t> 3 </a:t>
            </a:r>
            <a:r>
              <a:rPr lang="zh-CN" altLang="en-US"/>
              <a:t>个不同角度来描述你的价值观</a:t>
            </a:r>
            <a:r>
              <a:rPr lang="en-US"/>
              <a:t>:</a:t>
            </a:r>
          </a:p>
          <a:p>
            <a:pPr marL="0" indent="0">
              <a:lnSpc>
                <a:spcPct val="100000"/>
              </a:lnSpc>
              <a:buNone/>
            </a:pPr>
            <a:endParaRPr lang="en-US"/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err="1"/>
              <a:t>您在工作或学习中最看重什么</a:t>
            </a:r>
            <a:r>
              <a:rPr lang="en-US"/>
              <a:t>？ 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err="1"/>
              <a:t>您在与朋友、伴侣或同事的关系中最看重什么</a:t>
            </a:r>
            <a:r>
              <a:rPr lang="en-US"/>
              <a:t>？ 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err="1"/>
              <a:t>您如何看待并对待家庭成员</a:t>
            </a:r>
            <a:r>
              <a:rPr lang="en-US"/>
              <a:t>？ 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err="1"/>
              <a:t>您如何看待公平与规则</a:t>
            </a:r>
            <a:r>
              <a:rPr lang="en-US"/>
              <a:t>？ 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err="1"/>
              <a:t>您追求怎样的生活方式（例如：稳定、自由、自我实现等</a:t>
            </a:r>
            <a:r>
              <a:rPr lang="en-US"/>
              <a:t>）？ ……</a:t>
            </a:r>
          </a:p>
        </p:txBody>
      </p:sp>
      <p:pic>
        <p:nvPicPr>
          <p:cNvPr id="5" name="Audio 4">
            <a:extLst>
              <a:ext uri="{FF2B5EF4-FFF2-40B4-BE49-F238E27FC236}">
                <a16:creationId xmlns:a16="http://schemas.microsoft.com/office/drawing/2014/main" id="{99EDE190-225B-DC6B-1A44-31B884F59E3B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301404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128"/>
    </mc:Choice>
    <mc:Fallback>
      <p:transition spd="slow" advTm="141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851D7-3559-F433-23AB-2ECAAE9B1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CBA5B-18AE-FFA7-E46B-513665BAF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3" y="321014"/>
            <a:ext cx="10515600" cy="653698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b="1"/>
              <a:t>3.8</a:t>
            </a:r>
            <a:r>
              <a:rPr lang="zh-CN" altLang="en-US" b="1"/>
              <a:t>清晰区分</a:t>
            </a:r>
            <a:r>
              <a:rPr lang="en-US" b="1"/>
              <a:t>“</a:t>
            </a:r>
            <a:r>
              <a:rPr lang="zh-CN" altLang="en-US" b="1"/>
              <a:t>文化视角</a:t>
            </a:r>
            <a:r>
              <a:rPr lang="en-US" b="1"/>
              <a:t>”</a:t>
            </a:r>
            <a:r>
              <a:rPr lang="zh-CN" altLang="en-US" b="1"/>
              <a:t>和</a:t>
            </a:r>
            <a:r>
              <a:rPr lang="en-US" b="1"/>
              <a:t>“</a:t>
            </a:r>
            <a:r>
              <a:rPr lang="zh-CN" altLang="en-US" b="1"/>
              <a:t>个人视角</a:t>
            </a:r>
            <a:r>
              <a:rPr lang="en-US" b="1"/>
              <a:t>”</a:t>
            </a:r>
            <a:endParaRPr lang="en-US"/>
          </a:p>
          <a:p>
            <a:r>
              <a:rPr lang="zh-CN" altLang="en-US"/>
              <a:t>文化视角</a:t>
            </a:r>
            <a:r>
              <a:rPr lang="en-US"/>
              <a:t> = </a:t>
            </a:r>
            <a:r>
              <a:rPr lang="zh-CN" altLang="en-US"/>
              <a:t>你所在文化中大多数人共享的价值观、社会规范与行为实践，即使你本人并不认同。</a:t>
            </a:r>
            <a:endParaRPr lang="en-US"/>
          </a:p>
          <a:p>
            <a:r>
              <a:rPr lang="zh-CN" altLang="en-US"/>
              <a:t>个人视角</a:t>
            </a:r>
            <a:r>
              <a:rPr lang="en-US"/>
              <a:t> = </a:t>
            </a:r>
            <a:r>
              <a:rPr lang="zh-CN" altLang="en-US"/>
              <a:t>你自己所相信的内容，包括价值观、社会规范与行为实践。</a:t>
            </a:r>
            <a:endParaRPr lang="en-US"/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endParaRPr lang="en-US" b="1"/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b="1"/>
              <a:t>3.9</a:t>
            </a:r>
            <a:r>
              <a:rPr lang="zh-CN" altLang="en-US" b="1"/>
              <a:t>不要依赖刻板印象</a:t>
            </a:r>
            <a:endParaRPr lang="en-US" b="1"/>
          </a:p>
          <a:p>
            <a:r>
              <a:rPr lang="zh-CN" altLang="en-US"/>
              <a:t>你不能停留在传统化、刻板化或单一化的文化视角上。</a:t>
            </a:r>
            <a:endParaRPr lang="en-US"/>
          </a:p>
          <a:p>
            <a:r>
              <a:rPr lang="zh-CN" altLang="en-US"/>
              <a:t>相反，你应当体现真实、当代的文化规范。</a:t>
            </a:r>
            <a:endParaRPr lang="en-US"/>
          </a:p>
        </p:txBody>
      </p:sp>
      <p:pic>
        <p:nvPicPr>
          <p:cNvPr id="5" name="Audio 4">
            <a:extLst>
              <a:ext uri="{FF2B5EF4-FFF2-40B4-BE49-F238E27FC236}">
                <a16:creationId xmlns:a16="http://schemas.microsoft.com/office/drawing/2014/main" id="{BBEE08D0-8D02-C86B-9291-1341C8F98867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861283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324"/>
    </mc:Choice>
    <mc:Fallback>
      <p:transition spd="slow" advTm="313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CC53F-83C6-E0A1-A30E-D000DC222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280A77-B8CD-B684-93FC-530EFAA683F5}"/>
              </a:ext>
            </a:extLst>
          </p:cNvPr>
          <p:cNvSpPr txBox="1"/>
          <p:nvPr/>
        </p:nvSpPr>
        <p:spPr>
          <a:xfrm>
            <a:off x="533400" y="376624"/>
            <a:ext cx="99340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err="1">
                <a:ea typeface="DengXian" panose="02010600030101010101" pitchFamily="2" charset="-122"/>
              </a:rPr>
              <a:t>提交前，请确认以下事项</a:t>
            </a:r>
            <a:r>
              <a:rPr lang="zh-CN" altLang="en-US" sz="2800" b="1">
                <a:ea typeface="DengXian" panose="02010600030101010101" pitchFamily="2" charset="-122"/>
              </a:rPr>
              <a:t>全部满足</a:t>
            </a:r>
            <a:endParaRPr lang="en-US" sz="2800" b="1">
              <a:ea typeface="DengXian" panose="02010600030101010101" pitchFamily="2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803850-D2C1-E3F3-E238-186731F26B9A}"/>
              </a:ext>
            </a:extLst>
          </p:cNvPr>
          <p:cNvSpPr txBox="1"/>
          <p:nvPr/>
        </p:nvSpPr>
        <p:spPr>
          <a:xfrm>
            <a:off x="533400" y="2087621"/>
            <a:ext cx="10280372" cy="307777"/>
          </a:xfrm>
          <a:prstGeom prst="rect">
            <a:avLst/>
          </a:prstGeom>
          <a:noFill/>
        </p:spPr>
        <p:txBody>
          <a:bodyPr wrap="square" tIns="0" rIns="0" bIns="0">
            <a:spAutoFit/>
          </a:bodyPr>
          <a:lstStyle/>
          <a:p>
            <a:r>
              <a:rPr lang="en-US" sz="2000">
                <a:latin typeface="+mn-ea"/>
                <a:cs typeface="Segoe UI" panose="020B0502040204020203" pitchFamily="34" charset="0"/>
              </a:rPr>
              <a:t>✅ </a:t>
            </a:r>
            <a:r>
              <a:rPr lang="en-US" sz="2000" err="1">
                <a:latin typeface="+mn-ea"/>
              </a:rPr>
              <a:t>已认真遵循每个步骤中的操作说明</a:t>
            </a:r>
            <a:endParaRPr lang="en-US" sz="2000"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768F5A-E7F7-1A72-4E50-35006BBCE751}"/>
              </a:ext>
            </a:extLst>
          </p:cNvPr>
          <p:cNvSpPr txBox="1"/>
          <p:nvPr/>
        </p:nvSpPr>
        <p:spPr>
          <a:xfrm>
            <a:off x="533400" y="3363262"/>
            <a:ext cx="8372059" cy="307777"/>
          </a:xfrm>
          <a:prstGeom prst="rect">
            <a:avLst/>
          </a:prstGeom>
          <a:noFill/>
        </p:spPr>
        <p:txBody>
          <a:bodyPr wrap="square" tIns="0" rIns="0" bIns="0">
            <a:spAutoFit/>
          </a:bodyPr>
          <a:lstStyle/>
          <a:p>
            <a:r>
              <a:rPr lang="en-US" sz="2000">
                <a:latin typeface="+mn-ea"/>
                <a:cs typeface="Segoe UI" panose="020B0502040204020203" pitchFamily="34" charset="0"/>
              </a:rPr>
              <a:t>✅ </a:t>
            </a:r>
            <a:r>
              <a:rPr lang="en-US" sz="2000" err="1">
                <a:latin typeface="+mn-ea"/>
              </a:rPr>
              <a:t>已涵盖三种题目类型且分布均衡</a:t>
            </a:r>
            <a:endParaRPr lang="en-US" sz="2000"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DB1EE4-07F1-2C25-B9EE-0AD9BD58AD64}"/>
              </a:ext>
            </a:extLst>
          </p:cNvPr>
          <p:cNvSpPr txBox="1"/>
          <p:nvPr/>
        </p:nvSpPr>
        <p:spPr>
          <a:xfrm>
            <a:off x="533400" y="4052163"/>
            <a:ext cx="9224961" cy="307777"/>
          </a:xfrm>
          <a:prstGeom prst="rect">
            <a:avLst/>
          </a:prstGeom>
          <a:noFill/>
        </p:spPr>
        <p:txBody>
          <a:bodyPr wrap="square" tIns="0" rIns="0" bIns="0">
            <a:spAutoFit/>
          </a:bodyPr>
          <a:lstStyle/>
          <a:p>
            <a:r>
              <a:rPr lang="en-US" sz="2000">
                <a:latin typeface="+mn-ea"/>
                <a:cs typeface="Segoe UI" panose="020B0502040204020203" pitchFamily="34" charset="0"/>
              </a:rPr>
              <a:t>✅ </a:t>
            </a:r>
            <a:r>
              <a:rPr lang="en-US" sz="2000" err="1">
                <a:latin typeface="+mn-ea"/>
              </a:rPr>
              <a:t>题目真实且具有代表性，符合评分要求</a:t>
            </a:r>
            <a:endParaRPr lang="en-US" sz="2000"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84A328-83EA-888C-FD16-90ABB77F8AC6}"/>
              </a:ext>
            </a:extLst>
          </p:cNvPr>
          <p:cNvSpPr txBox="1"/>
          <p:nvPr/>
        </p:nvSpPr>
        <p:spPr>
          <a:xfrm>
            <a:off x="533400" y="4779164"/>
            <a:ext cx="9783415" cy="307777"/>
          </a:xfrm>
          <a:prstGeom prst="rect">
            <a:avLst/>
          </a:prstGeom>
          <a:noFill/>
        </p:spPr>
        <p:txBody>
          <a:bodyPr wrap="square" tIns="0" rIns="0" bIns="0">
            <a:spAutoFit/>
          </a:bodyPr>
          <a:lstStyle/>
          <a:p>
            <a:r>
              <a:rPr lang="en-US" sz="2000">
                <a:latin typeface="+mn-ea"/>
                <a:cs typeface="Segoe UI" panose="020B0502040204020203" pitchFamily="34" charset="0"/>
              </a:rPr>
              <a:t>✅ </a:t>
            </a:r>
            <a:r>
              <a:rPr lang="en-US" sz="2000" err="1">
                <a:latin typeface="+mn-ea"/>
              </a:rPr>
              <a:t>价值观与文本修改保持一致，并补充了遗漏的要点</a:t>
            </a:r>
            <a:endParaRPr lang="en-US" sz="2000"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1473D9-46A7-88B5-EDDA-498C769EBB07}"/>
              </a:ext>
            </a:extLst>
          </p:cNvPr>
          <p:cNvSpPr txBox="1"/>
          <p:nvPr/>
        </p:nvSpPr>
        <p:spPr>
          <a:xfrm>
            <a:off x="533400" y="5506165"/>
            <a:ext cx="9783415" cy="307777"/>
          </a:xfrm>
          <a:prstGeom prst="rect">
            <a:avLst/>
          </a:prstGeom>
          <a:noFill/>
        </p:spPr>
        <p:txBody>
          <a:bodyPr wrap="square" tIns="0" rIns="0" bIns="0">
            <a:spAutoFit/>
          </a:bodyPr>
          <a:lstStyle/>
          <a:p>
            <a:r>
              <a:rPr lang="en-US" sz="2000">
                <a:latin typeface="+mn-ea"/>
                <a:cs typeface="Segoe UI" panose="020B0502040204020203" pitchFamily="34" charset="0"/>
              </a:rPr>
              <a:t>✅ </a:t>
            </a:r>
            <a:r>
              <a:rPr lang="en-US" sz="2000" err="1">
                <a:latin typeface="+mn-ea"/>
              </a:rPr>
              <a:t>价值观描述涵盖三个以上方面</a:t>
            </a:r>
            <a:endParaRPr lang="en-US" sz="2000"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1DE948-B17E-73A9-A284-0B385EF394D0}"/>
              </a:ext>
            </a:extLst>
          </p:cNvPr>
          <p:cNvSpPr txBox="1"/>
          <p:nvPr/>
        </p:nvSpPr>
        <p:spPr>
          <a:xfrm>
            <a:off x="533400" y="6233165"/>
            <a:ext cx="9783415" cy="307777"/>
          </a:xfrm>
          <a:prstGeom prst="rect">
            <a:avLst/>
          </a:prstGeom>
          <a:noFill/>
        </p:spPr>
        <p:txBody>
          <a:bodyPr wrap="square" tIns="0" rIns="0" bIns="0">
            <a:spAutoFit/>
          </a:bodyPr>
          <a:lstStyle/>
          <a:p>
            <a:r>
              <a:rPr lang="en-US" sz="2000">
                <a:latin typeface="+mn-ea"/>
                <a:cs typeface="Segoe UI" panose="020B0502040204020203" pitchFamily="34" charset="0"/>
              </a:rPr>
              <a:t>✅ </a:t>
            </a:r>
            <a:r>
              <a:rPr lang="en-US" sz="2000" err="1">
                <a:latin typeface="+mn-ea"/>
              </a:rPr>
              <a:t>已清晰区分文化视角与个人视角</a:t>
            </a:r>
            <a:endParaRPr lang="en-US" sz="2000"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E79A4A-3E62-CF86-008F-45884B112D3F}"/>
              </a:ext>
            </a:extLst>
          </p:cNvPr>
          <p:cNvSpPr txBox="1"/>
          <p:nvPr/>
        </p:nvSpPr>
        <p:spPr>
          <a:xfrm>
            <a:off x="533400" y="1459680"/>
            <a:ext cx="9372599" cy="307777"/>
          </a:xfrm>
          <a:prstGeom prst="rect">
            <a:avLst/>
          </a:prstGeom>
          <a:noFill/>
        </p:spPr>
        <p:txBody>
          <a:bodyPr wrap="square" tIns="0" rIns="0" bIns="0">
            <a:spAutoFit/>
          </a:bodyPr>
          <a:lstStyle/>
          <a:p>
            <a:r>
              <a:rPr lang="en-US" sz="2000">
                <a:latin typeface="+mn-ea"/>
                <a:cs typeface="Segoe UI" panose="020B0502040204020203" pitchFamily="34" charset="0"/>
              </a:rPr>
              <a:t>✅ </a:t>
            </a:r>
            <a:r>
              <a:rPr lang="en-US" sz="2000" err="1">
                <a:latin typeface="+mn-ea"/>
              </a:rPr>
              <a:t>已修改所有您认为不正确或不符合要求的内容</a:t>
            </a:r>
            <a:endParaRPr lang="en-US" sz="2000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1975B6-DBAD-A882-B0D3-BC80A645095E}"/>
              </a:ext>
            </a:extLst>
          </p:cNvPr>
          <p:cNvSpPr txBox="1"/>
          <p:nvPr/>
        </p:nvSpPr>
        <p:spPr>
          <a:xfrm>
            <a:off x="533400" y="2746517"/>
            <a:ext cx="10280372" cy="307777"/>
          </a:xfrm>
          <a:prstGeom prst="rect">
            <a:avLst/>
          </a:prstGeom>
          <a:noFill/>
        </p:spPr>
        <p:txBody>
          <a:bodyPr wrap="square" tIns="0" rIns="0" bIns="0">
            <a:spAutoFit/>
          </a:bodyPr>
          <a:lstStyle/>
          <a:p>
            <a:r>
              <a:rPr lang="en-US" sz="2000" b="1">
                <a:latin typeface="+mn-ea"/>
                <a:cs typeface="Segoe UI" panose="020B0502040204020203" pitchFamily="34" charset="0"/>
              </a:rPr>
              <a:t>✅ </a:t>
            </a:r>
            <a:r>
              <a:rPr lang="zh-CN" altLang="en-US" sz="2000" b="1">
                <a:latin typeface="+mn-ea"/>
              </a:rPr>
              <a:t>给出的关键准则、社会规范符合要求</a:t>
            </a:r>
            <a:endParaRPr lang="en-US" sz="2000" b="1">
              <a:latin typeface="+mn-ea"/>
              <a:cs typeface="Segoe UI" panose="020B0502040204020203" pitchFamily="34" charset="0"/>
            </a:endParaRPr>
          </a:p>
        </p:txBody>
      </p:sp>
      <p:pic>
        <p:nvPicPr>
          <p:cNvPr id="7" name="Audio 6">
            <a:extLst>
              <a:ext uri="{FF2B5EF4-FFF2-40B4-BE49-F238E27FC236}">
                <a16:creationId xmlns:a16="http://schemas.microsoft.com/office/drawing/2014/main" id="{9FFACA6F-4F2E-0841-F4FC-FDF46BFC4150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368523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4090"/>
    </mc:Choice>
    <mc:Fallback>
      <p:transition spd="slow" advTm="440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10" grpId="0"/>
      <p:bldP spid="12" grpId="0"/>
      <p:bldP spid="14" grpId="0"/>
      <p:bldP spid="16" grpId="0"/>
      <p:bldP spid="18" grpId="0"/>
      <p:bldP spid="20" grpId="0"/>
      <p:bldP spid="22" grpId="0"/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2|4.1|3.4|7|4.3|4.3|5.2|3.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Jing Yao</dc:creator>
  <cp:revision>1</cp:revision>
  <dcterms:created xsi:type="dcterms:W3CDTF">2026-04-12T16:49:26Z</dcterms:created>
  <dcterms:modified xsi:type="dcterms:W3CDTF">2026-05-22T07:19:41Z</dcterms:modified>
</cp:coreProperties>
</file>